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c244faa6d44308" /><Relationship Type="http://schemas.openxmlformats.org/officeDocument/2006/relationships/extended-properties" Target="/docProps/app.xml" Id="R880cd641bef84ad2" /><Relationship Type="http://schemas.openxmlformats.org/officeDocument/2006/relationships/officeDocument" Target="/ppt/presentation.xml" Id="R4ae644feae9c41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ba1219a803497d"/>
  </p:sldMasterIdLst>
  <p:notesMasterIdLst>
    <p:notesMasterId xmlns:r="http://schemas.openxmlformats.org/officeDocument/2006/relationships" r:id="Ra6460db546cb4b1e"/>
  </p:notesMasterIdLst>
  <p:sldIdLst>
    <p:sldId xmlns:r="http://schemas.openxmlformats.org/officeDocument/2006/relationships" id="256" r:id="R0b01430c57e447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1d238efae043b8" /><Relationship Type="http://schemas.openxmlformats.org/officeDocument/2006/relationships/slideMaster" Target="/ppt/slideMasters/slideMaster1.xml" Id="Rc7ba1219a803497d" /><Relationship Type="http://schemas.openxmlformats.org/officeDocument/2006/relationships/notesMaster" Target="/ppt/notesMasters/notesMaster1.xml" Id="Ra6460db546cb4b1e" /><Relationship Type="http://schemas.openxmlformats.org/officeDocument/2006/relationships/presProps" Target="/ppt/presProps.xml" Id="R69699acdccec4d32" /><Relationship Type="http://schemas.openxmlformats.org/officeDocument/2006/relationships/viewProps" Target="/ppt/viewProps.xml" Id="Rdd8bc916866640c0" /><Relationship Type="http://schemas.openxmlformats.org/officeDocument/2006/relationships/tableStyles" Target="/ppt/tableStyles.xml" Id="Rdca636aa05d54c5d" /><Relationship Type="http://schemas.openxmlformats.org/officeDocument/2006/relationships/slide" Target="/ppt/slides/slide1.xml" Id="R0b01430c57e447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c928bfb914d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fb877ff5354fca" /><Relationship Type="http://schemas.openxmlformats.org/officeDocument/2006/relationships/notesMaster" Target="/ppt/notesMasters/notesMaster1.xml" Id="Rf1e91c9ccf9648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讲解建议：以算法目录为主界面，说明前端可完成运行总览、算法查询、部署管理、在线调用、功能覆盖和执行追踪。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2b301e4ed4eee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9f6e86585f450a" /><Relationship Type="http://schemas.openxmlformats.org/officeDocument/2006/relationships/slideLayout" Target="/ppt/slideLayouts/slideLayout1.xml" Id="Rad325b27e04c4fc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325b27e04c4fc6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94aac2c3b441f" /><Relationship Type="http://schemas.openxmlformats.org/officeDocument/2006/relationships/image" Target="/ppt/media/image.png" Id="R2684fd14f98f4320" /><Relationship Type="http://schemas.openxmlformats.org/officeDocument/2006/relationships/notesSlide" Target="/ppt/notesSlides/notesSlide1.xml" Id="Re549e2771b9d46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C663968-396D-40BA-BCAA-E9327DF2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44931A0-E274-46F3-9517-6AED1C25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算法库前端：统一管理算法全生命周期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E2594C2-FEF0-4DFE-89BA-5EEA74E2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87995E-A7F9-4DBB-85CA-EA2C0BC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CB4047-ADAF-44F0-82C3-901C4EEF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563853F-0460-4148-90C2-1B7D9E17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18795A4-02BB-4BCC-B74A-54D14FE2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12920FF-B42A-45D4-872F-B175CF33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真实界面＋功能说明</a:t>
            </a:r>
            <a:endParaRPr sz="950"/>
          </a:p>
        </p:txBody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4fd14f98f4320"/>
          <a:stretch xmlns:a="http://schemas.openxmlformats.org/drawingml/2006/main"/>
        </p:blipFill>
        <p:spPr>
          <a:xfrm xmlns:a="http://schemas.openxmlformats.org/drawingml/2006/main">
            <a:off x="590550" y="1571625"/>
            <a:ext cx="7620000" cy="3771900"/>
          </a:xfrm>
          <a:prstGeom xmlns:a="http://schemas.openxmlformats.org/drawingml/2006/main" prst="roundRect">
            <a:avLst>
              <a:gd name="adj" fmla="val 2020"/>
            </a:avLst>
          </a:prstGeom>
        </p:spPr>
      </p:pic>
      <p:sp>
        <p:nvSpPr>
          <p:cNvPr id="73" name="frontend-screenshot-frame">
            <a:extLst xmlns:a="http://schemas.openxmlformats.org/drawingml/2006/main">
              <a:ext uri="{FF2B5EF4-FFF2-40B4-BE49-F238E27FC236}">
                <a16:creationId xmlns:a16="http://schemas.microsoft.com/office/drawing/2014/main" id="{0E68EC2B-8F9A-476C-86A3-C5A0D5D0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7734300" cy="3886200"/>
          </a:xfrm>
          <a:prstGeom xmlns:a="http://schemas.openxmlformats.org/drawingml/2006/main" prst="roundRect">
            <a:avLst>
              <a:gd name="adj" fmla="val 245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sp>
        <p:nvSpPr>
          <p:cNvPr id="74" name="caption-rule">
            <a:extLst xmlns:a="http://schemas.openxmlformats.org/drawingml/2006/main">
              <a:ext uri="{FF2B5EF4-FFF2-40B4-BE49-F238E27FC236}">
                <a16:creationId xmlns:a16="http://schemas.microsoft.com/office/drawing/2014/main" id="{62270FFA-04A3-453B-BE6B-F94D3A7A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57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</p:sp>
      <p:sp>
        <p:nvSpPr>
          <p:cNvPr id="75" name="caption-title">
            <a:extLst xmlns:a="http://schemas.openxmlformats.org/drawingml/2006/main">
              <a:ext uri="{FF2B5EF4-FFF2-40B4-BE49-F238E27FC236}">
                <a16:creationId xmlns:a16="http://schemas.microsoft.com/office/drawing/2014/main" id="{90D456BD-6AE3-4905-9CC4-E329EA14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当前页面：算法目录</a:t>
            </a:r>
          </a:p>
        </p:txBody>
      </p:sp>
      <p:sp>
        <p:nvSpPr>
          <p:cNvPr id="76" name="caption-body">
            <a:extLst xmlns:a="http://schemas.openxmlformats.org/drawingml/2006/main">
              <a:ext uri="{FF2B5EF4-FFF2-40B4-BE49-F238E27FC236}">
                <a16:creationId xmlns:a16="http://schemas.microsoft.com/office/drawing/2014/main" id="{473385B6-1883-45A3-93A6-C4A7A5A4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733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65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集中展示名称、版本、运行后端、注册状态、部署情况和能力标签</a:t>
            </a:r>
          </a:p>
        </p:txBody>
      </p:sp>
      <p:sp>
        <p:nvSpPr>
          <p:cNvPr id="77" name="function-summary">
            <a:extLst xmlns:a="http://schemas.openxmlformats.org/drawingml/2006/main">
              <a:ext uri="{FF2B5EF4-FFF2-40B4-BE49-F238E27FC236}">
                <a16:creationId xmlns:a16="http://schemas.microsoft.com/office/drawing/2014/main" id="{F9291AA7-DEED-4BE9-A623-30C2A56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14475"/>
            <a:ext cx="3086100" cy="44958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061B2A"/>
          </a:solidFill>
          <a:ln xmlns:a="http://schemas.openxmlformats.org/drawingml/2006/main" w="11430">
            <a:solidFill>
              <a:srgbClr val="23465A"/>
            </a:solidFill>
            <a:prstDash val="solid"/>
          </a:ln>
        </p:spPr>
      </p:sp>
      <p:sp>
        <p:nvSpPr>
          <p:cNvPr id="78" name="scope-pill">
            <a:extLst xmlns:a="http://schemas.openxmlformats.org/drawingml/2006/main">
              <a:ext uri="{FF2B5EF4-FFF2-40B4-BE49-F238E27FC236}">
                <a16:creationId xmlns:a16="http://schemas.microsoft.com/office/drawing/2014/main" id="{5A73AEB9-5271-4417-A4A2-B7927F66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724025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B8D9"/>
          </a:solidFill>
          <a:ln xmlns:a="http://schemas.openxmlformats.org/drawingml/2006/main" w="0">
            <a:solidFill>
              <a:srgbClr val="20B8D9"/>
            </a:solidFill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61B2A"/>
                </a:solidFill>
                <a:latin typeface="Microsoft YaHei"/>
                <a:ea typeface="Microsoft YaHei"/>
                <a:cs typeface="Microsoft YaHei"/>
              </a:rPr>
              <a:t>功能范围</a:t>
            </a:r>
          </a:p>
        </p:txBody>
      </p:sp>
      <p:sp>
        <p:nvSpPr>
          <p:cNvPr id="79" name="summary-title">
            <a:extLst xmlns:a="http://schemas.openxmlformats.org/drawingml/2006/main">
              <a:ext uri="{FF2B5EF4-FFF2-40B4-BE49-F238E27FC236}">
                <a16:creationId xmlns:a16="http://schemas.microsoft.com/office/drawing/2014/main" id="{3D175D8C-E909-451C-A119-1A02D6A2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145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四组核心能力</a:t>
            </a:r>
          </a:p>
        </p:txBody>
      </p:sp>
      <p:sp>
        <p:nvSpPr>
          <p:cNvPr id="80" name="summary-subtitle">
            <a:extLst xmlns:a="http://schemas.openxmlformats.org/drawingml/2006/main">
              <a:ext uri="{FF2B5EF4-FFF2-40B4-BE49-F238E27FC236}">
                <a16:creationId xmlns:a16="http://schemas.microsoft.com/office/drawing/2014/main" id="{6BE1B747-8CFB-4E24-A703-A1A0D69B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721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覆盖六类管理视图</a:t>
            </a:r>
          </a:p>
        </p:txBody>
      </p:sp>
      <p:sp>
        <p:nvSpPr>
          <p:cNvPr id="81" name="summary-number-1">
            <a:extLst xmlns:a="http://schemas.openxmlformats.org/drawingml/2006/main">
              <a:ext uri="{FF2B5EF4-FFF2-40B4-BE49-F238E27FC236}">
                <a16:creationId xmlns:a16="http://schemas.microsoft.com/office/drawing/2014/main" id="{364EE46A-234C-45E9-BEC4-AFF3EDFE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86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2" name="summary-heading-1">
            <a:extLst xmlns:a="http://schemas.openxmlformats.org/drawingml/2006/main">
              <a:ext uri="{FF2B5EF4-FFF2-40B4-BE49-F238E27FC236}">
                <a16:creationId xmlns:a16="http://schemas.microsoft.com/office/drawing/2014/main" id="{D08EEF27-4094-4FD5-987B-ED73EAF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575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运行总览</a:t>
            </a:r>
          </a:p>
        </p:txBody>
      </p:sp>
      <p:sp>
        <p:nvSpPr>
          <p:cNvPr id="83" name="summary-body-1">
            <a:extLst xmlns:a="http://schemas.openxmlformats.org/drawingml/2006/main">
              <a:ext uri="{FF2B5EF4-FFF2-40B4-BE49-F238E27FC236}">
                <a16:creationId xmlns:a16="http://schemas.microsoft.com/office/drawing/2014/main" id="{26115BE3-219D-420B-88D4-5995A554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14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查看资产规模、注册状态和服务健康</a:t>
            </a:r>
          </a:p>
        </p:txBody>
      </p:sp>
      <p:sp>
        <p:nvSpPr>
          <p:cNvPr id="84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02E77AA6-2F80-49D5-B4B2-7CB89C76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5" name="summary-number-2">
            <a:extLst xmlns:a="http://schemas.openxmlformats.org/drawingml/2006/main">
              <a:ext uri="{FF2B5EF4-FFF2-40B4-BE49-F238E27FC236}">
                <a16:creationId xmlns:a16="http://schemas.microsoft.com/office/drawing/2014/main" id="{351A5E84-4ECA-4CAC-A588-3943121E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290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6" name="summary-heading-2">
            <a:extLst xmlns:a="http://schemas.openxmlformats.org/drawingml/2006/main">
              <a:ext uri="{FF2B5EF4-FFF2-40B4-BE49-F238E27FC236}">
                <a16:creationId xmlns:a16="http://schemas.microsoft.com/office/drawing/2014/main" id="{F304BC14-98EA-4E49-BD4D-B6B233D0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004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算法目录</a:t>
            </a:r>
          </a:p>
        </p:txBody>
      </p:sp>
      <p:sp>
        <p:nvSpPr>
          <p:cNvPr id="87" name="summary-body-2">
            <a:extLst xmlns:a="http://schemas.openxmlformats.org/drawingml/2006/main">
              <a:ext uri="{FF2B5EF4-FFF2-40B4-BE49-F238E27FC236}">
                <a16:creationId xmlns:a16="http://schemas.microsoft.com/office/drawing/2014/main" id="{4F6EC7FB-8EAE-4CA4-A9F8-74B35E55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576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387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搜索筛选算法，查看算法卡和生命周期状态</a:t>
            </a:r>
          </a:p>
        </p:txBody>
      </p:sp>
      <p:sp>
        <p:nvSpPr>
          <p:cNvPr id="88" name="summary-divider-2">
            <a:extLst xmlns:a="http://schemas.openxmlformats.org/drawingml/2006/main">
              <a:ext uri="{FF2B5EF4-FFF2-40B4-BE49-F238E27FC236}">
                <a16:creationId xmlns:a16="http://schemas.microsoft.com/office/drawing/2014/main" id="{F85EF346-F056-4093-8FB9-29EF6B3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481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89" name="summary-number-3">
            <a:extLst xmlns:a="http://schemas.openxmlformats.org/drawingml/2006/main">
              <a:ext uri="{FF2B5EF4-FFF2-40B4-BE49-F238E27FC236}">
                <a16:creationId xmlns:a16="http://schemas.microsoft.com/office/drawing/2014/main" id="{DF69FCCE-C01A-480A-8F72-CA5ACD2B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719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0" name="summary-heading-3">
            <a:extLst xmlns:a="http://schemas.openxmlformats.org/drawingml/2006/main">
              <a:ext uri="{FF2B5EF4-FFF2-40B4-BE49-F238E27FC236}">
                <a16:creationId xmlns:a16="http://schemas.microsoft.com/office/drawing/2014/main" id="{790245CF-ABB5-478E-9FC1-04D1EE67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434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部署与调用</a:t>
            </a:r>
          </a:p>
        </p:txBody>
      </p:sp>
      <p:sp>
        <p:nvSpPr>
          <p:cNvPr id="91" name="summary-body-3">
            <a:extLst xmlns:a="http://schemas.openxmlformats.org/drawingml/2006/main">
              <a:ext uri="{FF2B5EF4-FFF2-40B4-BE49-F238E27FC236}">
                <a16:creationId xmlns:a16="http://schemas.microsoft.com/office/drawing/2014/main" id="{3167047F-8A7B-468B-98FC-AAFD211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005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092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管理执行实例，按 Schema 输入并验证输出</a:t>
            </a:r>
          </a:p>
        </p:txBody>
      </p:sp>
      <p:sp>
        <p:nvSpPr>
          <p:cNvPr id="92" name="summary-divider-3">
            <a:extLst xmlns:a="http://schemas.openxmlformats.org/drawingml/2006/main">
              <a:ext uri="{FF2B5EF4-FFF2-40B4-BE49-F238E27FC236}">
                <a16:creationId xmlns:a16="http://schemas.microsoft.com/office/drawing/2014/main" id="{E71B5C78-6DF0-4857-8F42-52A849A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99110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3465A"/>
            </a:solidFill>
            <a:prstDash val="solid"/>
          </a:ln>
        </p:spPr>
      </p:sp>
      <p:sp>
        <p:nvSpPr>
          <p:cNvPr id="93" name="summary-number-4">
            <a:extLst xmlns:a="http://schemas.openxmlformats.org/drawingml/2006/main">
              <a:ext uri="{FF2B5EF4-FFF2-40B4-BE49-F238E27FC236}">
                <a16:creationId xmlns:a16="http://schemas.microsoft.com/office/drawing/2014/main" id="{76351440-28EA-4248-8B00-17A168E0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1149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4" name="summary-heading-4">
            <a:extLst xmlns:a="http://schemas.openxmlformats.org/drawingml/2006/main">
              <a:ext uri="{FF2B5EF4-FFF2-40B4-BE49-F238E27FC236}">
                <a16:creationId xmlns:a16="http://schemas.microsoft.com/office/drawing/2014/main" id="{4D60B485-B2EC-469A-BE25-B16704E6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08635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31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3F8FB"/>
                </a:solidFill>
                <a:latin typeface="Microsoft YaHei"/>
                <a:ea typeface="Microsoft YaHei"/>
                <a:cs typeface="Microsoft YaHei"/>
              </a:rPr>
              <a:t>矩阵与链路</a:t>
            </a:r>
          </a:p>
        </p:txBody>
      </p:sp>
      <p:sp>
        <p:nvSpPr>
          <p:cNvPr id="95" name="summary-body-4">
            <a:extLst xmlns:a="http://schemas.openxmlformats.org/drawingml/2006/main">
              <a:ext uri="{FF2B5EF4-FFF2-40B4-BE49-F238E27FC236}">
                <a16:creationId xmlns:a16="http://schemas.microsoft.com/office/drawing/2014/main" id="{53952D5A-36CC-48F0-A133-900884E4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3435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195"/>
          </a:bodyPr>
          <a:lstStyle xmlns:a="http://schemas.openxmlformats.org/drawingml/2006/main"/>
          <a:p xmlns:a="http://schemas.openxmlformats.org/drawingml/2006/main">
            <a:pPr>
              <a:def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>
                <a:solidFill>
                  <a:srgbClr val="9DB4C5"/>
                </a:solidFill>
                <a:latin typeface="Microsoft YaHei"/>
                <a:ea typeface="Microsoft YaHei"/>
                <a:cs typeface="Microsoft YaHei"/>
              </a:rPr>
              <a:t>查看功能覆盖、请求标识和执行追踪</a:t>
            </a:r>
          </a:p>
        </p:txBody>
      </p:sp>
    </p:spTree>
    <p:extLst>
      <p:ext uri="{BB962C8B-B14F-4D97-AF65-F5344CB8AC3E}">
        <p14:creationId xmlns:p14="http://schemas.microsoft.com/office/powerpoint/2010/main" val="142374636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2026-09-24T10:42:57.8880000Z</dcterms:created>
  <dcterms:modified xsi:type="dcterms:W3CDTF">2026-09-24T10:42:57.8880000Z</dcterms:modified>
</coreProperties>
</file>