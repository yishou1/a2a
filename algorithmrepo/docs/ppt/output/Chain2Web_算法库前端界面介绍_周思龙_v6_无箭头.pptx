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44bf1162a7443b" /><Relationship Type="http://schemas.openxmlformats.org/officeDocument/2006/relationships/extended-properties" Target="/docProps/app.xml" Id="Rd0270bd2bc994905" /><Relationship Type="http://schemas.openxmlformats.org/officeDocument/2006/relationships/officeDocument" Target="/ppt/presentation.xml" Id="R4ab5da637b4a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1627c543f486b"/>
  </p:sldMasterIdLst>
  <p:notesMasterIdLst>
    <p:notesMasterId xmlns:r="http://schemas.openxmlformats.org/officeDocument/2006/relationships" r:id="R919d16ff72da4655"/>
  </p:notesMasterIdLst>
  <p:sldIdLst>
    <p:sldId xmlns:r="http://schemas.openxmlformats.org/officeDocument/2006/relationships" id="256" r:id="Rfdaada1dcfc34f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03381076ca4b0b" /><Relationship Type="http://schemas.openxmlformats.org/officeDocument/2006/relationships/slideMaster" Target="/ppt/slideMasters/slideMaster1.xml" Id="R0f71627c543f486b" /><Relationship Type="http://schemas.openxmlformats.org/officeDocument/2006/relationships/notesMaster" Target="/ppt/notesMasters/notesMaster1.xml" Id="R919d16ff72da4655" /><Relationship Type="http://schemas.openxmlformats.org/officeDocument/2006/relationships/presProps" Target="/ppt/presProps.xml" Id="R0185e28bd6174979" /><Relationship Type="http://schemas.openxmlformats.org/officeDocument/2006/relationships/viewProps" Target="/ppt/viewProps.xml" Id="R66d03977bb5a40d5" /><Relationship Type="http://schemas.openxmlformats.org/officeDocument/2006/relationships/tableStyles" Target="/ppt/tableStyles.xml" Id="R09d226c437e7401e" /><Relationship Type="http://schemas.openxmlformats.org/officeDocument/2006/relationships/slide" Target="/ppt/slides/slide1.xml" Id="Rfdaada1dcfc34f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4e3e499cc4a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c19475b8884cd4" /><Relationship Type="http://schemas.openxmlformats.org/officeDocument/2006/relationships/notesMaster" Target="/ppt/notesMasters/notesMaster1.xml" Id="R988b6c725ec7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讲解建议：以算法目录为主界面，说明前端可完成运行总览、算法查询、部署管理、在线调用、功能覆盖和执行追踪。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c4cc0bce44c7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e2c82b51ec426d" /><Relationship Type="http://schemas.openxmlformats.org/officeDocument/2006/relationships/slideLayout" Target="/ppt/slideLayouts/slideLayout1.xml" Id="R2573c6000d2747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3c6000d27471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b7bdf37784977" /><Relationship Type="http://schemas.openxmlformats.org/officeDocument/2006/relationships/image" Target="/ppt/media/image.png" Id="R8224cff42cd34502" /><Relationship Type="http://schemas.openxmlformats.org/officeDocument/2006/relationships/notesSlide" Target="/ppt/notesSlides/notesSlide1.xml" Id="Rd9fed18f94954d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663968-396D-40BA-BCAA-E9327DF2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4931A0-E274-46F3-9517-6AED1C2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算法库前端：统一管理算法全生命周期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2594C2-FEF0-4DFE-89BA-5EEA74E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87995E-A7F9-4DBB-85CA-EA2C0BC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CB4047-ADAF-44F0-82C3-901C4EEF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63853F-0460-4148-90C2-1B7D9E1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8795A4-02BB-4BCC-B74A-54D14FE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2920FF-B42A-45D4-872F-B175CF3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真实界面＋功能说明</a:t>
            </a:r>
            <a:endParaRPr sz="950"/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4cff42cd34502"/>
          <a:stretch xmlns:a="http://schemas.openxmlformats.org/drawingml/2006/main"/>
        </p:blipFill>
        <p:spPr>
          <a:xfrm xmlns:a="http://schemas.openxmlformats.org/drawingml/2006/main">
            <a:off x="590550" y="1571625"/>
            <a:ext cx="7620000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73" name="frontend-screenshot-frame">
            <a:extLst xmlns:a="http://schemas.openxmlformats.org/drawingml/2006/main">
              <a:ext uri="{FF2B5EF4-FFF2-40B4-BE49-F238E27FC236}">
                <a16:creationId xmlns:a16="http://schemas.microsoft.com/office/drawing/2014/main" id="{ADDBDED6-3028-42EE-B6FF-EA8F2F6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7734300" cy="3886200"/>
          </a:xfrm>
          <a:prstGeom xmlns:a="http://schemas.openxmlformats.org/drawingml/2006/main" prst="roundRect">
            <a:avLst>
              <a:gd name="adj" fmla="val 245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sp>
        <p:nvSpPr>
          <p:cNvPr id="74" name="caption-rule">
            <a:extLst xmlns:a="http://schemas.openxmlformats.org/drawingml/2006/main">
              <a:ext uri="{FF2B5EF4-FFF2-40B4-BE49-F238E27FC236}">
                <a16:creationId xmlns:a16="http://schemas.microsoft.com/office/drawing/2014/main" id="{3CE321C3-A950-4101-9D69-B6E9DC38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solidFill>
              <a:srgbClr val="20B8D9"/>
            </a:solidFill>
          </a:ln>
        </p:spPr>
      </p:sp>
      <p:sp>
        <p:nvSpPr>
          <p:cNvPr id="75" name="caption-title">
            <a:extLst xmlns:a="http://schemas.openxmlformats.org/drawingml/2006/main">
              <a:ext uri="{FF2B5EF4-FFF2-40B4-BE49-F238E27FC236}">
                <a16:creationId xmlns:a16="http://schemas.microsoft.com/office/drawing/2014/main" id="{F29884F8-14CC-4FD5-9DD0-7E787C0B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当前页面：算法目录</a:t>
            </a:r>
          </a:p>
        </p:txBody>
      </p:sp>
      <p:sp>
        <p:nvSpPr>
          <p:cNvPr id="76" name="caption-body">
            <a:extLst xmlns:a="http://schemas.openxmlformats.org/drawingml/2006/main">
              <a:ext uri="{FF2B5EF4-FFF2-40B4-BE49-F238E27FC236}">
                <a16:creationId xmlns:a16="http://schemas.microsoft.com/office/drawing/2014/main" id="{4E9C2870-39D6-4645-B67D-32069B54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65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集中展示名称、版本、运行后端、注册状态、部署情况和能力标签</a:t>
            </a:r>
          </a:p>
        </p:txBody>
      </p:sp>
      <p:sp>
        <p:nvSpPr>
          <p:cNvPr id="77" name="function-summary">
            <a:extLst xmlns:a="http://schemas.openxmlformats.org/drawingml/2006/main">
              <a:ext uri="{FF2B5EF4-FFF2-40B4-BE49-F238E27FC236}">
                <a16:creationId xmlns:a16="http://schemas.microsoft.com/office/drawing/2014/main" id="{35252E78-D6F5-4540-8D97-36E660D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14475"/>
            <a:ext cx="3086100" cy="4495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61B2A"/>
          </a:solidFill>
          <a:ln xmlns:a="http://schemas.openxmlformats.org/drawingml/2006/main" w="11430">
            <a:solidFill>
              <a:srgbClr val="23465A"/>
            </a:solidFill>
            <a:prstDash val="solid"/>
          </a:ln>
        </p:spPr>
      </p:sp>
      <p:sp>
        <p:nvSpPr>
          <p:cNvPr id="78" name="scope-pill">
            <a:extLst xmlns:a="http://schemas.openxmlformats.org/drawingml/2006/main">
              <a:ext uri="{FF2B5EF4-FFF2-40B4-BE49-F238E27FC236}">
                <a16:creationId xmlns:a16="http://schemas.microsoft.com/office/drawing/2014/main" id="{1250ED85-601A-4F1C-A980-125FF1A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8D9"/>
          </a:solidFill>
          <a:ln xmlns:a="http://schemas.openxmlformats.org/drawingml/2006/main" w="0">
            <a:solidFill>
              <a:srgbClr val="20B8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B2A"/>
                </a:solidFill>
                <a:latin typeface="Microsoft YaHei"/>
                <a:ea typeface="Microsoft YaHei"/>
                <a:cs typeface="Microsoft YaHei"/>
              </a:rPr>
              <a:t>功能范围</a:t>
            </a:r>
          </a:p>
        </p:txBody>
      </p:sp>
      <p:sp>
        <p:nvSpPr>
          <p:cNvPr id="79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B2F83EEF-6C9B-4FCE-B54E-1407A4B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14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六类管理视图</a:t>
            </a:r>
          </a:p>
        </p:txBody>
      </p:sp>
      <p:sp>
        <p:nvSpPr>
          <p:cNvPr id="80" name="summary-subtitle">
            <a:extLst xmlns:a="http://schemas.openxmlformats.org/drawingml/2006/main">
              <a:ext uri="{FF2B5EF4-FFF2-40B4-BE49-F238E27FC236}">
                <a16:creationId xmlns:a16="http://schemas.microsoft.com/office/drawing/2014/main" id="{AF3899F8-0D48-4084-A770-C4660CCD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21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从资产入库到执行追踪</a:t>
            </a:r>
          </a:p>
        </p:txBody>
      </p:sp>
      <p:sp>
        <p:nvSpPr>
          <p:cNvPr id="81" name="summary-number-01">
            <a:extLst xmlns:a="http://schemas.openxmlformats.org/drawingml/2006/main">
              <a:ext uri="{FF2B5EF4-FFF2-40B4-BE49-F238E27FC236}">
                <a16:creationId xmlns:a16="http://schemas.microsoft.com/office/drawing/2014/main" id="{8FFFB0B2-1E97-4539-AC91-168FB0B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2" name="summary-heading-01">
            <a:extLst xmlns:a="http://schemas.openxmlformats.org/drawingml/2006/main">
              <a:ext uri="{FF2B5EF4-FFF2-40B4-BE49-F238E27FC236}">
                <a16:creationId xmlns:a16="http://schemas.microsoft.com/office/drawing/2014/main" id="{51E91EF3-D2F7-4460-B33C-F626437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运行总览</a:t>
            </a:r>
          </a:p>
        </p:txBody>
      </p:sp>
      <p:sp>
        <p:nvSpPr>
          <p:cNvPr id="83" name="summary-body-01">
            <a:extLst xmlns:a="http://schemas.openxmlformats.org/drawingml/2006/main">
              <a:ext uri="{FF2B5EF4-FFF2-40B4-BE49-F238E27FC236}">
                <a16:creationId xmlns:a16="http://schemas.microsoft.com/office/drawing/2014/main" id="{83644764-C0F0-48E4-8770-8C5ADB3F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14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95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查看资产规模、注册状态和服务健康</a:t>
            </a:r>
          </a:p>
        </p:txBody>
      </p:sp>
      <p:sp>
        <p:nvSpPr>
          <p:cNvPr id="84" name="summary-divider-01">
            <a:extLst xmlns:a="http://schemas.openxmlformats.org/drawingml/2006/main">
              <a:ext uri="{FF2B5EF4-FFF2-40B4-BE49-F238E27FC236}">
                <a16:creationId xmlns:a16="http://schemas.microsoft.com/office/drawing/2014/main" id="{E37BC720-4C9A-422F-B1EC-0FBD9784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85" name="summary-number-02">
            <a:extLst xmlns:a="http://schemas.openxmlformats.org/drawingml/2006/main">
              <a:ext uri="{FF2B5EF4-FFF2-40B4-BE49-F238E27FC236}">
                <a16:creationId xmlns:a16="http://schemas.microsoft.com/office/drawing/2014/main" id="{607F7B93-A51A-44C4-A8B2-835FDC0B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29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6" name="summary-heading-02">
            <a:extLst xmlns:a="http://schemas.openxmlformats.org/drawingml/2006/main">
              <a:ext uri="{FF2B5EF4-FFF2-40B4-BE49-F238E27FC236}">
                <a16:creationId xmlns:a16="http://schemas.microsoft.com/office/drawing/2014/main" id="{BF6F25F0-04F1-4419-9B37-1B437247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004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算法目录</a:t>
            </a:r>
          </a:p>
        </p:txBody>
      </p:sp>
      <p:sp>
        <p:nvSpPr>
          <p:cNvPr id="87" name="summary-body-02">
            <a:extLst xmlns:a="http://schemas.openxmlformats.org/drawingml/2006/main">
              <a:ext uri="{FF2B5EF4-FFF2-40B4-BE49-F238E27FC236}">
                <a16:creationId xmlns:a16="http://schemas.microsoft.com/office/drawing/2014/main" id="{56B0C179-240C-41C2-ABF9-A1955368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57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87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搜索筛选算法，查看算法卡和生命周期状态</a:t>
            </a:r>
          </a:p>
        </p:txBody>
      </p:sp>
      <p:sp>
        <p:nvSpPr>
          <p:cNvPr id="88" name="summary-divider-02">
            <a:extLst xmlns:a="http://schemas.openxmlformats.org/drawingml/2006/main">
              <a:ext uri="{FF2B5EF4-FFF2-40B4-BE49-F238E27FC236}">
                <a16:creationId xmlns:a16="http://schemas.microsoft.com/office/drawing/2014/main" id="{FFA8BF4D-7E91-41ED-87BB-0EA24400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89" name="summary-number-03">
            <a:extLst xmlns:a="http://schemas.openxmlformats.org/drawingml/2006/main">
              <a:ext uri="{FF2B5EF4-FFF2-40B4-BE49-F238E27FC236}">
                <a16:creationId xmlns:a16="http://schemas.microsoft.com/office/drawing/2014/main" id="{E19F44E3-5A16-460F-82FF-FADB7C81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71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0" name="summary-heading-03">
            <a:extLst xmlns:a="http://schemas.openxmlformats.org/drawingml/2006/main">
              <a:ext uri="{FF2B5EF4-FFF2-40B4-BE49-F238E27FC236}">
                <a16:creationId xmlns:a16="http://schemas.microsoft.com/office/drawing/2014/main" id="{DFBF92A9-77DC-4C8F-9A08-7365188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43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部署与调用</a:t>
            </a:r>
          </a:p>
        </p:txBody>
      </p:sp>
      <p:sp>
        <p:nvSpPr>
          <p:cNvPr id="91" name="summary-body-03">
            <a:extLst xmlns:a="http://schemas.openxmlformats.org/drawingml/2006/main">
              <a:ext uri="{FF2B5EF4-FFF2-40B4-BE49-F238E27FC236}">
                <a16:creationId xmlns:a16="http://schemas.microsoft.com/office/drawing/2014/main" id="{FB7534DC-BECC-4460-950B-F3403DE0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00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2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管理执行实例，按 Schema 输入并验证输出</a:t>
            </a:r>
          </a:p>
        </p:txBody>
      </p:sp>
      <p:sp>
        <p:nvSpPr>
          <p:cNvPr id="92" name="summary-divider-03">
            <a:extLst xmlns:a="http://schemas.openxmlformats.org/drawingml/2006/main">
              <a:ext uri="{FF2B5EF4-FFF2-40B4-BE49-F238E27FC236}">
                <a16:creationId xmlns:a16="http://schemas.microsoft.com/office/drawing/2014/main" id="{AAAEC211-11B6-4513-A699-761DB5F8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93" name="summary-number-04">
            <a:extLst xmlns:a="http://schemas.openxmlformats.org/drawingml/2006/main">
              <a:ext uri="{FF2B5EF4-FFF2-40B4-BE49-F238E27FC236}">
                <a16:creationId xmlns:a16="http://schemas.microsoft.com/office/drawing/2014/main" id="{1BC25A9A-180D-4AE1-BB98-E10CB9F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4" name="summary-heading-04">
            <a:extLst xmlns:a="http://schemas.openxmlformats.org/drawingml/2006/main">
              <a:ext uri="{FF2B5EF4-FFF2-40B4-BE49-F238E27FC236}">
                <a16:creationId xmlns:a16="http://schemas.microsoft.com/office/drawing/2014/main" id="{D4475DFE-8C5E-400C-A7FB-550021FF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863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矩阵与链路</a:t>
            </a:r>
          </a:p>
        </p:txBody>
      </p:sp>
      <p:sp>
        <p:nvSpPr>
          <p:cNvPr id="95" name="summary-body-04">
            <a:extLst xmlns:a="http://schemas.openxmlformats.org/drawingml/2006/main">
              <a:ext uri="{FF2B5EF4-FFF2-40B4-BE49-F238E27FC236}">
                <a16:creationId xmlns:a16="http://schemas.microsoft.com/office/drawing/2014/main" id="{B52899A8-D360-4E77-B04D-4889A9A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43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95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查看功能覆盖、请求标识和执行追踪</a:t>
            </a:r>
          </a:p>
        </p:txBody>
      </p:sp>
    </p:spTree>
    <p:extLst>
      <p:ext uri="{BB962C8B-B14F-4D97-AF65-F5344CB8AC3E}">
        <p14:creationId xmlns:p14="http://schemas.microsoft.com/office/powerpoint/2010/main" val="14237463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2026-09-24T10:41:26.9990000Z</dcterms:created>
  <dcterms:modified xsi:type="dcterms:W3CDTF">2026-09-24T10:41:27.0000000Z</dcterms:modified>
</coreProperties>
</file>