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d9aab239d6489b" /><Relationship Type="http://schemas.openxmlformats.org/officeDocument/2006/relationships/extended-properties" Target="/docProps/app.xml" Id="R5d93def5d7bd49c7" /><Relationship Type="http://schemas.openxmlformats.org/officeDocument/2006/relationships/officeDocument" Target="/ppt/presentation.xml" Id="Rc0833d148e3e4f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9c7bbe733b4346"/>
  </p:sldMasterIdLst>
  <p:notesMasterIdLst>
    <p:notesMasterId xmlns:r="http://schemas.openxmlformats.org/officeDocument/2006/relationships" r:id="Rb0bacf644e5b4f04"/>
  </p:notesMasterIdLst>
  <p:sldIdLst>
    <p:sldId xmlns:r="http://schemas.openxmlformats.org/officeDocument/2006/relationships" id="256" r:id="R7a5c4372d04644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6503e5ad394bac" /><Relationship Type="http://schemas.openxmlformats.org/officeDocument/2006/relationships/slideMaster" Target="/ppt/slideMasters/slideMaster1.xml" Id="R009c7bbe733b4346" /><Relationship Type="http://schemas.openxmlformats.org/officeDocument/2006/relationships/notesMaster" Target="/ppt/notesMasters/notesMaster1.xml" Id="Rb0bacf644e5b4f04" /><Relationship Type="http://schemas.openxmlformats.org/officeDocument/2006/relationships/presProps" Target="/ppt/presProps.xml" Id="Rddd96126ab244f68" /><Relationship Type="http://schemas.openxmlformats.org/officeDocument/2006/relationships/viewProps" Target="/ppt/viewProps.xml" Id="R01bdd36be9f3412b" /><Relationship Type="http://schemas.openxmlformats.org/officeDocument/2006/relationships/tableStyles" Target="/ppt/tableStyles.xml" Id="R0388d07a07b744e1" /><Relationship Type="http://schemas.openxmlformats.org/officeDocument/2006/relationships/slide" Target="/ppt/slides/slide1.xml" Id="R7a5c4372d04644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1dfb89737149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58f8b80d4e4ecd" /><Relationship Type="http://schemas.openxmlformats.org/officeDocument/2006/relationships/notesMaster" Target="/ppt/notesMasters/notesMaster1.xml" Id="R89b44c901dc947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讲解建议：以算法目录为主界面，说明前端可完成运行总览、算法查询、部署管理、在线调用、功能覆盖和执行追踪。</a:t>
            </a:r>
            <a:endParaRPr/>
          </a:p>
          <a:p xmlns:a="http://schemas.openxmlformats.org/drawingml/2006/main">
            <a:r>
              <a:t>截图来源：Chain2Web 项目本地实际运行的 AlgoLib 算法目录页，2026-09-24 截取。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09b901ba3417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3e157a0a7b43d9" /><Relationship Type="http://schemas.openxmlformats.org/officeDocument/2006/relationships/slideLayout" Target="/ppt/slideLayouts/slideLayout1.xml" Id="R08cd441405444f2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cd441405444f2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a9812377d14edb" /><Relationship Type="http://schemas.openxmlformats.org/officeDocument/2006/relationships/image" Target="/ppt/media/image.png" Id="R3c4c964afd0448f2" /><Relationship Type="http://schemas.openxmlformats.org/officeDocument/2006/relationships/notesSlide" Target="/ppt/notesSlides/notesSlide1.xml" Id="Rd9f8d5cf78a341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C663968-396D-40BA-BCAA-E9327DF2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CORE / ALGORITHM LIBRARY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4931A0-E274-46F3-9517-6AED1C2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算法库前端：统一管理算法全生命周期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E2594C2-FEF0-4DFE-89BA-5EEA74E2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E6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87995E-A7F9-4DBB-85CA-EA2C0BCC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93192"/>
            <a:ext cx="5120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05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E4E49BA-2422-4445-A495-8D00BF49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28816"/>
            <a:ext cx="11000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0CB4047-ADAF-44F0-82C3-901C4EEF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65392"/>
            <a:ext cx="3840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北京邮电大学｜Chain2Web 项目组</a:t>
            </a:r>
            <a:endParaRPr sz="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63853F-0460-4148-90C2-1B7D9E17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565392"/>
            <a:ext cx="2834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所有图形均应保持可编辑</a:t>
            </a:r>
            <a:endParaRPr sz="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18795A4-02BB-4BCC-B74A-54D14FE2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3544"/>
            <a:ext cx="171907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160">
            <a:solidFill>
              <a:srgbClr val="064A9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12920FF-B42A-45D4-872F-B175CF33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8116"/>
            <a:ext cx="171907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真实界面＋功能说明</a:t>
            </a:r>
            <a:endParaRPr sz="950"/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c964afd0448f2"/>
          <a:stretch xmlns:a="http://schemas.openxmlformats.org/drawingml/2006/main"/>
        </p:blipFill>
        <p:spPr>
          <a:xfrm xmlns:a="http://schemas.openxmlformats.org/drawingml/2006/main">
            <a:off x="590550" y="1571625"/>
            <a:ext cx="7620000" cy="3771900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17" name="callout-2">
            <a:extLst xmlns:a="http://schemas.openxmlformats.org/drawingml/2006/main">
              <a:ext uri="{FF2B5EF4-FFF2-40B4-BE49-F238E27FC236}">
                <a16:creationId xmlns:a16="http://schemas.microsoft.com/office/drawing/2014/main" id="{C1375185-FB1B-4E9A-85E2-9D664CAC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00150"/>
            <a:ext cx="1809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18" name="callout-badge-2">
            <a:extLst xmlns:a="http://schemas.openxmlformats.org/drawingml/2006/main">
              <a:ext uri="{FF2B5EF4-FFF2-40B4-BE49-F238E27FC236}">
                <a16:creationId xmlns:a16="http://schemas.microsoft.com/office/drawing/2014/main" id="{0699A9FA-D8A3-4251-AB1B-0EE356FB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2954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48116C81-05CB-4EE0-ADFC-87F9EB9E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2763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筛选注册</a:t>
            </a:r>
          </a:p>
        </p:txBody>
      </p:sp>
      <p:sp>
        <p:nvSpPr>
          <p:cNvPr id="73" name="frontend-screenshot-frame">
            <a:extLst xmlns:a="http://schemas.openxmlformats.org/drawingml/2006/main">
              <a:ext uri="{FF2B5EF4-FFF2-40B4-BE49-F238E27FC236}">
                <a16:creationId xmlns:a16="http://schemas.microsoft.com/office/drawing/2014/main" id="{25A8D321-39EA-4EEC-85E1-1B8F4400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7734300" cy="3886200"/>
          </a:xfrm>
          <a:prstGeom xmlns:a="http://schemas.openxmlformats.org/drawingml/2006/main" prst="roundRect">
            <a:avLst>
              <a:gd name="adj" fmla="val 2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8E6"/>
            </a:solidFill>
            <a:prstDash val="solid"/>
          </a:ln>
        </p:spPr>
      </p:sp>
      <p:sp>
        <p:nvSpPr>
          <p:cNvPr id="74" name="caption-rule">
            <a:extLst xmlns:a="http://schemas.openxmlformats.org/drawingml/2006/main">
              <a:ext uri="{FF2B5EF4-FFF2-40B4-BE49-F238E27FC236}">
                <a16:creationId xmlns:a16="http://schemas.microsoft.com/office/drawing/2014/main" id="{1D18A9B9-3949-4FB9-9CE9-77299DC7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0">
            <a:solidFill>
              <a:srgbClr val="20B8D9"/>
            </a:solidFill>
          </a:ln>
        </p:spPr>
      </p:sp>
      <p:sp>
        <p:nvSpPr>
          <p:cNvPr id="75" name="caption-title">
            <a:extLst xmlns:a="http://schemas.openxmlformats.org/drawingml/2006/main">
              <a:ext uri="{FF2B5EF4-FFF2-40B4-BE49-F238E27FC236}">
                <a16:creationId xmlns:a16="http://schemas.microsoft.com/office/drawing/2014/main" id="{4CFF42BD-B5A2-4520-B0D7-7E602655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当前页面：算法目录</a:t>
            </a:r>
          </a:p>
        </p:txBody>
      </p:sp>
      <p:sp>
        <p:nvSpPr>
          <p:cNvPr id="76" name="caption-body">
            <a:extLst xmlns:a="http://schemas.openxmlformats.org/drawingml/2006/main">
              <a:ext uri="{FF2B5EF4-FFF2-40B4-BE49-F238E27FC236}">
                <a16:creationId xmlns:a16="http://schemas.microsoft.com/office/drawing/2014/main" id="{A09C0D8E-318E-4071-BE11-FF35E161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65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集中展示名称、版本、运行后端、注册状态、部署情况和能力标签</a:t>
            </a:r>
          </a:p>
        </p:txBody>
      </p:sp>
      <p:sp>
        <p:nvSpPr>
          <p:cNvPr id="77" name="function-summary">
            <a:extLst xmlns:a="http://schemas.openxmlformats.org/drawingml/2006/main">
              <a:ext uri="{FF2B5EF4-FFF2-40B4-BE49-F238E27FC236}">
                <a16:creationId xmlns:a16="http://schemas.microsoft.com/office/drawing/2014/main" id="{64E16E0C-C919-47F2-B1B5-E959CE7B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14475"/>
            <a:ext cx="3086100" cy="4495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61B2A"/>
          </a:solidFill>
          <a:ln xmlns:a="http://schemas.openxmlformats.org/drawingml/2006/main" w="11430">
            <a:solidFill>
              <a:srgbClr val="23465A"/>
            </a:solidFill>
            <a:prstDash val="solid"/>
          </a:ln>
        </p:spPr>
      </p:sp>
      <p:sp>
        <p:nvSpPr>
          <p:cNvPr id="78" name="scope-pill">
            <a:extLst xmlns:a="http://schemas.openxmlformats.org/drawingml/2006/main">
              <a:ext uri="{FF2B5EF4-FFF2-40B4-BE49-F238E27FC236}">
                <a16:creationId xmlns:a16="http://schemas.microsoft.com/office/drawing/2014/main" id="{875D6C72-D230-4C17-9528-E95B54A2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24025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8D9"/>
          </a:solidFill>
          <a:ln xmlns:a="http://schemas.openxmlformats.org/drawingml/2006/main" w="0">
            <a:solidFill>
              <a:srgbClr val="20B8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1B2A"/>
                </a:solidFill>
                <a:latin typeface="Microsoft YaHei"/>
                <a:ea typeface="Microsoft YaHei"/>
                <a:cs typeface="Microsoft YaHei"/>
              </a:rPr>
              <a:t>功能范围</a:t>
            </a:r>
          </a:p>
        </p:txBody>
      </p:sp>
      <p:sp>
        <p:nvSpPr>
          <p:cNvPr id="79" name="summary-title">
            <a:extLst xmlns:a="http://schemas.openxmlformats.org/drawingml/2006/main">
              <a:ext uri="{FF2B5EF4-FFF2-40B4-BE49-F238E27FC236}">
                <a16:creationId xmlns:a16="http://schemas.microsoft.com/office/drawing/2014/main" id="{FCE17A64-C401-4B9E-976D-1B276AAD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14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六类管理视图</a:t>
            </a:r>
          </a:p>
        </p:txBody>
      </p:sp>
      <p:sp>
        <p:nvSpPr>
          <p:cNvPr id="80" name="summary-subtitle">
            <a:extLst xmlns:a="http://schemas.openxmlformats.org/drawingml/2006/main">
              <a:ext uri="{FF2B5EF4-FFF2-40B4-BE49-F238E27FC236}">
                <a16:creationId xmlns:a16="http://schemas.microsoft.com/office/drawing/2014/main" id="{8AB19D1A-C7A3-402E-B062-BBD70B00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721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从资产入库到执行追踪</a:t>
            </a:r>
          </a:p>
        </p:txBody>
      </p:sp>
      <p:sp>
        <p:nvSpPr>
          <p:cNvPr id="81" name="summary-number-01">
            <a:extLst xmlns:a="http://schemas.openxmlformats.org/drawingml/2006/main">
              <a:ext uri="{FF2B5EF4-FFF2-40B4-BE49-F238E27FC236}">
                <a16:creationId xmlns:a16="http://schemas.microsoft.com/office/drawing/2014/main" id="{104308FD-420B-4C5B-9FC0-EC50753E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2" name="summary-heading-01">
            <a:extLst xmlns:a="http://schemas.openxmlformats.org/drawingml/2006/main">
              <a:ext uri="{FF2B5EF4-FFF2-40B4-BE49-F238E27FC236}">
                <a16:creationId xmlns:a16="http://schemas.microsoft.com/office/drawing/2014/main" id="{84DFB3E8-3812-40FF-AE56-3EC8CD03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运行总览</a:t>
            </a:r>
          </a:p>
        </p:txBody>
      </p:sp>
      <p:sp>
        <p:nvSpPr>
          <p:cNvPr id="83" name="summary-body-01">
            <a:extLst xmlns:a="http://schemas.openxmlformats.org/drawingml/2006/main">
              <a:ext uri="{FF2B5EF4-FFF2-40B4-BE49-F238E27FC236}">
                <a16:creationId xmlns:a16="http://schemas.microsoft.com/office/drawing/2014/main" id="{C28ADB8C-AF13-4077-863C-F342E4E8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14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95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查看资产规模、注册状态和服务健康</a:t>
            </a:r>
          </a:p>
        </p:txBody>
      </p:sp>
      <p:sp>
        <p:nvSpPr>
          <p:cNvPr id="84" name="summary-divider-01">
            <a:extLst xmlns:a="http://schemas.openxmlformats.org/drawingml/2006/main">
              <a:ext uri="{FF2B5EF4-FFF2-40B4-BE49-F238E27FC236}">
                <a16:creationId xmlns:a16="http://schemas.microsoft.com/office/drawing/2014/main" id="{03657DFA-E7CF-4B57-A2B8-F914350E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A"/>
            </a:solidFill>
            <a:prstDash val="solid"/>
          </a:ln>
        </p:spPr>
      </p:sp>
      <p:sp>
        <p:nvSpPr>
          <p:cNvPr id="85" name="summary-number-02">
            <a:extLst xmlns:a="http://schemas.openxmlformats.org/drawingml/2006/main">
              <a:ext uri="{FF2B5EF4-FFF2-40B4-BE49-F238E27FC236}">
                <a16:creationId xmlns:a16="http://schemas.microsoft.com/office/drawing/2014/main" id="{5C4E00F6-A29C-43F7-8CF3-940D068C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29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6" name="summary-heading-02">
            <a:extLst xmlns:a="http://schemas.openxmlformats.org/drawingml/2006/main">
              <a:ext uri="{FF2B5EF4-FFF2-40B4-BE49-F238E27FC236}">
                <a16:creationId xmlns:a16="http://schemas.microsoft.com/office/drawing/2014/main" id="{1841A28E-7AA5-438D-A4C2-C745CDEE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004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算法目录</a:t>
            </a:r>
          </a:p>
        </p:txBody>
      </p:sp>
      <p:sp>
        <p:nvSpPr>
          <p:cNvPr id="87" name="summary-body-02">
            <a:extLst xmlns:a="http://schemas.openxmlformats.org/drawingml/2006/main">
              <a:ext uri="{FF2B5EF4-FFF2-40B4-BE49-F238E27FC236}">
                <a16:creationId xmlns:a16="http://schemas.microsoft.com/office/drawing/2014/main" id="{8C9385FA-E0B9-40F9-9B6A-0CD88EEF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57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387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搜索筛选算法，查看算法卡和生命周期状态</a:t>
            </a:r>
          </a:p>
        </p:txBody>
      </p:sp>
      <p:sp>
        <p:nvSpPr>
          <p:cNvPr id="88" name="summary-divider-02">
            <a:extLst xmlns:a="http://schemas.openxmlformats.org/drawingml/2006/main">
              <a:ext uri="{FF2B5EF4-FFF2-40B4-BE49-F238E27FC236}">
                <a16:creationId xmlns:a16="http://schemas.microsoft.com/office/drawing/2014/main" id="{05A8E377-DB0F-452B-B18C-7F4433DB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481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A"/>
            </a:solidFill>
            <a:prstDash val="solid"/>
          </a:ln>
        </p:spPr>
      </p:sp>
      <p:sp>
        <p:nvSpPr>
          <p:cNvPr id="89" name="summary-number-03">
            <a:extLst xmlns:a="http://schemas.openxmlformats.org/drawingml/2006/main">
              <a:ext uri="{FF2B5EF4-FFF2-40B4-BE49-F238E27FC236}">
                <a16:creationId xmlns:a16="http://schemas.microsoft.com/office/drawing/2014/main" id="{B4763BDA-705F-4204-B072-3AA8BD77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71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0" name="summary-heading-03">
            <a:extLst xmlns:a="http://schemas.openxmlformats.org/drawingml/2006/main">
              <a:ext uri="{FF2B5EF4-FFF2-40B4-BE49-F238E27FC236}">
                <a16:creationId xmlns:a16="http://schemas.microsoft.com/office/drawing/2014/main" id="{3ADCF2FE-77B9-4F03-ABD9-46FB7441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434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部署与调用</a:t>
            </a:r>
          </a:p>
        </p:txBody>
      </p:sp>
      <p:sp>
        <p:nvSpPr>
          <p:cNvPr id="91" name="summary-body-03">
            <a:extLst xmlns:a="http://schemas.openxmlformats.org/drawingml/2006/main">
              <a:ext uri="{FF2B5EF4-FFF2-40B4-BE49-F238E27FC236}">
                <a16:creationId xmlns:a16="http://schemas.microsoft.com/office/drawing/2014/main" id="{AEF9D101-4E0B-458F-999E-03CEFC7A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005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92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管理执行实例，按 Schema 输入并验证输出</a:t>
            </a:r>
          </a:p>
        </p:txBody>
      </p:sp>
      <p:sp>
        <p:nvSpPr>
          <p:cNvPr id="92" name="summary-divider-03">
            <a:extLst xmlns:a="http://schemas.openxmlformats.org/drawingml/2006/main">
              <a:ext uri="{FF2B5EF4-FFF2-40B4-BE49-F238E27FC236}">
                <a16:creationId xmlns:a16="http://schemas.microsoft.com/office/drawing/2014/main" id="{58338982-B2C3-4171-B382-A6A37FEF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911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A"/>
            </a:solidFill>
            <a:prstDash val="solid"/>
          </a:ln>
        </p:spPr>
      </p:sp>
      <p:sp>
        <p:nvSpPr>
          <p:cNvPr id="93" name="summary-number-04">
            <a:extLst xmlns:a="http://schemas.openxmlformats.org/drawingml/2006/main">
              <a:ext uri="{FF2B5EF4-FFF2-40B4-BE49-F238E27FC236}">
                <a16:creationId xmlns:a16="http://schemas.microsoft.com/office/drawing/2014/main" id="{2791F377-6183-4139-9AE8-29DD99BD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14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4" name="summary-heading-04">
            <a:extLst xmlns:a="http://schemas.openxmlformats.org/drawingml/2006/main">
              <a:ext uri="{FF2B5EF4-FFF2-40B4-BE49-F238E27FC236}">
                <a16:creationId xmlns:a16="http://schemas.microsoft.com/office/drawing/2014/main" id="{16C30083-18B7-436F-A6CB-B130DD4B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863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矩阵与链路</a:t>
            </a:r>
          </a:p>
        </p:txBody>
      </p:sp>
      <p:sp>
        <p:nvSpPr>
          <p:cNvPr id="95" name="summary-body-04">
            <a:extLst xmlns:a="http://schemas.openxmlformats.org/drawingml/2006/main">
              <a:ext uri="{FF2B5EF4-FFF2-40B4-BE49-F238E27FC236}">
                <a16:creationId xmlns:a16="http://schemas.microsoft.com/office/drawing/2014/main" id="{67CEEB76-E42C-4143-AA86-1877B11B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43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95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查看功能覆盖、请求标识和执行追踪</a:t>
            </a:r>
          </a:p>
        </p:txBody>
      </p:sp>
    </p:spTree>
    <p:extLst>
      <p:ext uri="{BB962C8B-B14F-4D97-AF65-F5344CB8AC3E}">
        <p14:creationId xmlns:p14="http://schemas.microsoft.com/office/powerpoint/2010/main" val="142374636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2026-09-24T10:40:15.1900000Z</dcterms:created>
  <dcterms:modified xsi:type="dcterms:W3CDTF">2026-09-24T10:40:15.1900000Z</dcterms:modified>
</coreProperties>
</file>