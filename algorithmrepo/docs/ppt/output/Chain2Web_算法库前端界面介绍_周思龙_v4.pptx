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49cb5ed0b64833" /><Relationship Type="http://schemas.openxmlformats.org/officeDocument/2006/relationships/extended-properties" Target="/docProps/app.xml" Id="R31f2c532a6f14002" /><Relationship Type="http://schemas.openxmlformats.org/officeDocument/2006/relationships/officeDocument" Target="/ppt/presentation.xml" Id="R4cc7432dd1164b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8d705d63f44178"/>
  </p:sldMasterIdLst>
  <p:notesMasterIdLst>
    <p:notesMasterId xmlns:r="http://schemas.openxmlformats.org/officeDocument/2006/relationships" r:id="R0c3fd958dbfc4cea"/>
  </p:notesMasterIdLst>
  <p:sldIdLst>
    <p:sldId xmlns:r="http://schemas.openxmlformats.org/officeDocument/2006/relationships" id="256" r:id="R54bfe24f17f546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33afc676d24428" /><Relationship Type="http://schemas.openxmlformats.org/officeDocument/2006/relationships/slideMaster" Target="/ppt/slideMasters/slideMaster1.xml" Id="R588d705d63f44178" /><Relationship Type="http://schemas.openxmlformats.org/officeDocument/2006/relationships/notesMaster" Target="/ppt/notesMasters/notesMaster1.xml" Id="R0c3fd958dbfc4cea" /><Relationship Type="http://schemas.openxmlformats.org/officeDocument/2006/relationships/presProps" Target="/ppt/presProps.xml" Id="R1ef3fcca18df4116" /><Relationship Type="http://schemas.openxmlformats.org/officeDocument/2006/relationships/viewProps" Target="/ppt/viewProps.xml" Id="Radc453cf34f84619" /><Relationship Type="http://schemas.openxmlformats.org/officeDocument/2006/relationships/tableStyles" Target="/ppt/tableStyles.xml" Id="R0ca129f328cc44cb" /><Relationship Type="http://schemas.openxmlformats.org/officeDocument/2006/relationships/slide" Target="/ppt/slides/slide1.xml" Id="R54bfe24f17f546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3d92478b724c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3197c34436438f" /><Relationship Type="http://schemas.openxmlformats.org/officeDocument/2006/relationships/notesMaster" Target="/ppt/notesMasters/notesMaster1.xml" Id="R7b40f32538714f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讲解建议：从左侧导航进入不同管理视图，通过筛选快速定位算法，查看注册状态、部署情况和能力标签，并进入详情页执行生命周期管理或在线调用。</a:t>
            </a:r>
            <a:endParaRPr/>
          </a:p>
          <a:p xmlns:a="http://schemas.openxmlformats.org/drawingml/2006/main">
            <a:r>
              <a:t>截图来源：Chain2Web 项目本地实际运行的 AlgoLib 算法目录页，2026-09-24 截取。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1b8863dc14da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8bea8956dd4b02" /><Relationship Type="http://schemas.openxmlformats.org/officeDocument/2006/relationships/slideLayout" Target="/ppt/slideLayouts/slideLayout1.xml" Id="Rf9d4b3031097485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d4b3031097485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9ef5f4d864c5e" /><Relationship Type="http://schemas.openxmlformats.org/officeDocument/2006/relationships/image" Target="/ppt/media/image.png" Id="R49c2084d47504290" /><Relationship Type="http://schemas.openxmlformats.org/officeDocument/2006/relationships/notesSlide" Target="/ppt/notesSlides/notesSlide1.xml" Id="R6ad88d65468d4e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C663968-396D-40BA-BCAA-E9327DF2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CORE / ALGORITHM LIBRARY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4931A0-E274-46F3-9517-6AED1C2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算法库前端：统一查看、管理与调用算法资产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E2594C2-FEF0-4DFE-89BA-5EEA74E2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E6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87995E-A7F9-4DBB-85CA-EA2C0BCC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93192"/>
            <a:ext cx="5120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05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E4E49BA-2422-4445-A495-8D00BF49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28816"/>
            <a:ext cx="11000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0CB4047-ADAF-44F0-82C3-901C4EEF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65392"/>
            <a:ext cx="3840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北京邮电大学｜Chain2Web 项目组</a:t>
            </a:r>
            <a:endParaRPr sz="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63853F-0460-4148-90C2-1B7D9E17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565392"/>
            <a:ext cx="2834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所有图形均应保持可编辑</a:t>
            </a:r>
            <a:endParaRPr sz="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18795A4-02BB-4BCC-B74A-54D14FE2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3544"/>
            <a:ext cx="171907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160">
            <a:solidFill>
              <a:srgbClr val="064A9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12920FF-B42A-45D4-872F-B175CF33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8116"/>
            <a:ext cx="171907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主界面＋功能导览</a:t>
            </a:r>
            <a:endParaRPr sz="950"/>
          </a:p>
        </p:txBody>
      </p:sp>
      <p:sp>
        <p:nvSpPr>
          <p:cNvPr id="11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1FA4427F-4D47-4596-B7EB-61038E80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04950"/>
            <a:ext cx="9182100" cy="4591050"/>
          </a:xfrm>
          <a:prstGeom xmlns:a="http://schemas.openxmlformats.org/drawingml/2006/main" prst="roundRect">
            <a:avLst>
              <a:gd name="adj" fmla="val 20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8E6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2084d47504290"/>
          <a:stretch xmlns:a="http://schemas.openxmlformats.org/drawingml/2006/main"/>
        </p:blipFill>
        <p:spPr>
          <a:xfrm xmlns:a="http://schemas.openxmlformats.org/drawingml/2006/main">
            <a:off x="1572126" y="1571625"/>
            <a:ext cx="9047747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13" name="callout-1">
            <a:extLst xmlns:a="http://schemas.openxmlformats.org/drawingml/2006/main">
              <a:ext uri="{FF2B5EF4-FFF2-40B4-BE49-F238E27FC236}">
                <a16:creationId xmlns:a16="http://schemas.microsoft.com/office/drawing/2014/main" id="{C603EEF9-2C7E-4377-8CE7-7845D4F2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52625"/>
            <a:ext cx="1219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14" name="callout-badge-1">
            <a:extLst xmlns:a="http://schemas.openxmlformats.org/drawingml/2006/main">
              <a:ext uri="{FF2B5EF4-FFF2-40B4-BE49-F238E27FC236}">
                <a16:creationId xmlns:a16="http://schemas.microsoft.com/office/drawing/2014/main" id="{23AADCC6-F441-420E-83AE-9222F801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47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C8FAA584-9D42-4647-855B-3617424D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288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模块导航</a:t>
            </a:r>
          </a:p>
        </p:txBody>
      </p:sp>
      <p:sp>
        <p:nvSpPr>
          <p:cNvPr id="16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D91846B3-3DB7-4B5F-8AD1-EC59EAAE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145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964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六类管理视图</a:t>
            </a:r>
          </a:p>
          <a:p xmlns:a="http://schemas.openxmlformats.org/drawingml/2006/main">
            <a:pPr algn="ctr">
              <a:def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随时切换</a:t>
            </a:r>
          </a:p>
        </p:txBody>
      </p:sp>
      <p:sp>
        <p:nvSpPr>
          <p:cNvPr id="17" name="callout-2">
            <a:extLst xmlns:a="http://schemas.openxmlformats.org/drawingml/2006/main">
              <a:ext uri="{FF2B5EF4-FFF2-40B4-BE49-F238E27FC236}">
                <a16:creationId xmlns:a16="http://schemas.microsoft.com/office/drawing/2014/main" id="{C1375185-FB1B-4E9A-85E2-9D664CAC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00150"/>
            <a:ext cx="1809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18" name="callout-badge-2">
            <a:extLst xmlns:a="http://schemas.openxmlformats.org/drawingml/2006/main">
              <a:ext uri="{FF2B5EF4-FFF2-40B4-BE49-F238E27FC236}">
                <a16:creationId xmlns:a16="http://schemas.microsoft.com/office/drawing/2014/main" id="{0699A9FA-D8A3-4251-AB1B-0EE356FB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2954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48116C81-05CB-4EE0-ADFC-87F9EB9E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2763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筛选注册</a:t>
            </a:r>
          </a:p>
        </p:txBody>
      </p:sp>
      <p:sp>
        <p:nvSpPr>
          <p:cNvPr id="20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0E993413-5D73-493F-923E-15CAC515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621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964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名称、状态、后端</a:t>
            </a:r>
          </a:p>
          <a:p xmlns:a="http://schemas.openxmlformats.org/drawingml/2006/main">
            <a:pPr algn="ctr">
              <a:def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快速定位算法</a:t>
            </a:r>
          </a:p>
        </p:txBody>
      </p:sp>
      <p:sp>
        <p:nvSpPr>
          <p:cNvPr id="21" name="callout-3">
            <a:extLst xmlns:a="http://schemas.openxmlformats.org/drawingml/2006/main">
              <a:ext uri="{FF2B5EF4-FFF2-40B4-BE49-F238E27FC236}">
                <a16:creationId xmlns:a16="http://schemas.microsoft.com/office/drawing/2014/main" id="{78D13D16-E7FA-40F1-A3DD-50012D6C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52625"/>
            <a:ext cx="1219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22" name="callout-badge-3">
            <a:extLst xmlns:a="http://schemas.openxmlformats.org/drawingml/2006/main">
              <a:ext uri="{FF2B5EF4-FFF2-40B4-BE49-F238E27FC236}">
                <a16:creationId xmlns:a16="http://schemas.microsoft.com/office/drawing/2014/main" id="{614D573B-A344-4621-8A31-8CC05A15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047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E873B848-1AEC-4323-A842-97A5DF40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0288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sp>
        <p:nvSpPr>
          <p:cNvPr id="24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5457EC16-1047-4BF8-ABC6-4FAA0B1C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145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964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健康与缓存</a:t>
            </a:r>
          </a:p>
          <a:p xmlns:a="http://schemas.openxmlformats.org/drawingml/2006/main">
            <a:pPr algn="ctr">
              <a:def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AMOS 跳转</a:t>
            </a:r>
          </a:p>
        </p:txBody>
      </p:sp>
      <p:sp>
        <p:nvSpPr>
          <p:cNvPr id="25" name="callout-4">
            <a:extLst xmlns:a="http://schemas.openxmlformats.org/drawingml/2006/main">
              <a:ext uri="{FF2B5EF4-FFF2-40B4-BE49-F238E27FC236}">
                <a16:creationId xmlns:a16="http://schemas.microsoft.com/office/drawing/2014/main" id="{857E0111-8179-4809-BCD3-0CF6B89B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333875"/>
            <a:ext cx="1219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26" name="callout-badge-4">
            <a:extLst xmlns:a="http://schemas.openxmlformats.org/drawingml/2006/main">
              <a:ext uri="{FF2B5EF4-FFF2-40B4-BE49-F238E27FC236}">
                <a16:creationId xmlns:a16="http://schemas.microsoft.com/office/drawing/2014/main" id="{2A98A469-35B5-4969-98CE-DEABFF86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4291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DF5BEE3B-EFB1-4B92-9F0B-AEF18A1D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4100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资产信息</a:t>
            </a:r>
          </a:p>
        </p:txBody>
      </p:sp>
      <p:sp>
        <p:nvSpPr>
          <p:cNvPr id="28" name="callout-body-4">
            <a:extLst xmlns:a="http://schemas.openxmlformats.org/drawingml/2006/main">
              <a:ext uri="{FF2B5EF4-FFF2-40B4-BE49-F238E27FC236}">
                <a16:creationId xmlns:a16="http://schemas.microsoft.com/office/drawing/2014/main" id="{A319CE7E-B18C-4F4B-B872-27D3892D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9582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964"/>
          </a:bodyPr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版本、状态、部署</a:t>
            </a:r>
          </a:p>
          <a:p xmlns:a="http://schemas.openxmlformats.org/drawingml/2006/main">
            <a:pPr algn="ctr">
              <a:def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能力与详情</a:t>
            </a:r>
          </a:p>
        </p:txBody>
      </p:sp>
      <p:sp>
        <p:nvSpPr>
          <p:cNvPr id="29" name="marker-1">
            <a:extLst xmlns:a="http://schemas.openxmlformats.org/drawingml/2006/main">
              <a:ext uri="{FF2B5EF4-FFF2-40B4-BE49-F238E27FC236}">
                <a16:creationId xmlns:a16="http://schemas.microsoft.com/office/drawing/2014/main" id="{B6F9362B-FA75-4454-8EB8-7DF6CF85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47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0" name="marker-2">
            <a:extLst xmlns:a="http://schemas.openxmlformats.org/drawingml/2006/main">
              <a:ext uri="{FF2B5EF4-FFF2-40B4-BE49-F238E27FC236}">
                <a16:creationId xmlns:a16="http://schemas.microsoft.com/office/drawing/2014/main" id="{C3CD7ADC-0420-4820-A496-62325BE0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marker-3">
            <a:extLst xmlns:a="http://schemas.openxmlformats.org/drawingml/2006/main">
              <a:ext uri="{FF2B5EF4-FFF2-40B4-BE49-F238E27FC236}">
                <a16:creationId xmlns:a16="http://schemas.microsoft.com/office/drawing/2014/main" id="{EF99B5A0-8747-4391-A3B1-49508BCD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676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marker-4">
            <a:extLst xmlns:a="http://schemas.openxmlformats.org/drawingml/2006/main">
              <a:ext uri="{FF2B5EF4-FFF2-40B4-BE49-F238E27FC236}">
                <a16:creationId xmlns:a16="http://schemas.microsoft.com/office/drawing/2014/main" id="{B1B29291-332E-49FE-A43C-6FCE3A33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90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1447800" y="2314575"/>
            <a:ext cx="276225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tailEnd type="triangle" w="med" len="med"/>
          </a:ln>
        </p:spPr>
      </p:cxnSp>
      <p:cxnSp>
        <p:nvCxnSpPr>
          <p:cNvPr id="69" name=""/>
          <p:cNvCxnSpPr>
            <a:stCxn xmlns:a="http://schemas.openxmlformats.org/drawingml/2006/main" id="1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4562475" y="1924050"/>
            <a:ext cx="5715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tail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21" idx="1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 flipV="1">
            <a:off x="10391775" y="1800225"/>
            <a:ext cx="3524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25" idx="1"/>
            <a:endCxn xmlns:a="http://schemas.openxmlformats.org/drawingml/2006/main" id="32" idx="6"/>
          </p:cNvCxnSpPr>
          <p:nvPr/>
        </p:nvCxnSpPr>
        <p:spPr>
          <a:xfrm xmlns:a="http://schemas.openxmlformats.org/drawingml/2006/main" flipH="1" flipV="1">
            <a:off x="9963150" y="4114800"/>
            <a:ext cx="78105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42374636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2026-09-24T10:19:33.1940000Z</dcterms:created>
  <dcterms:modified xsi:type="dcterms:W3CDTF">2026-09-24T10:19:33.1940000Z</dcterms:modified>
</coreProperties>
</file>