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58cf68db904ee0" /><Relationship Type="http://schemas.openxmlformats.org/officeDocument/2006/relationships/extended-properties" Target="/docProps/app.xml" Id="R6d1dd62fa3824e25" /><Relationship Type="http://schemas.openxmlformats.org/officeDocument/2006/relationships/officeDocument" Target="/ppt/presentation.xml" Id="R6006508c9d8f47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74c3e1df454c85"/>
  </p:sldMasterIdLst>
  <p:notesMasterIdLst>
    <p:notesMasterId xmlns:r="http://schemas.openxmlformats.org/officeDocument/2006/relationships" r:id="Ra07320fb62744812"/>
  </p:notesMasterIdLst>
  <p:sldIdLst>
    <p:sldId xmlns:r="http://schemas.openxmlformats.org/officeDocument/2006/relationships" id="256" r:id="Rd6145772f8e543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d9a0f2be5d40f9" /><Relationship Type="http://schemas.openxmlformats.org/officeDocument/2006/relationships/slideMaster" Target="/ppt/slideMasters/slideMaster1.xml" Id="Rde74c3e1df454c85" /><Relationship Type="http://schemas.openxmlformats.org/officeDocument/2006/relationships/notesMaster" Target="/ppt/notesMasters/notesMaster1.xml" Id="Ra07320fb62744812" /><Relationship Type="http://schemas.openxmlformats.org/officeDocument/2006/relationships/presProps" Target="/ppt/presProps.xml" Id="R79673b9960d54e24" /><Relationship Type="http://schemas.openxmlformats.org/officeDocument/2006/relationships/viewProps" Target="/ppt/viewProps.xml" Id="R1b1b7a144d63491f" /><Relationship Type="http://schemas.openxmlformats.org/officeDocument/2006/relationships/tableStyles" Target="/ppt/tableStyles.xml" Id="R901709b6982a4d35" /><Relationship Type="http://schemas.openxmlformats.org/officeDocument/2006/relationships/slide" Target="/ppt/slides/slide1.xml" Id="Rd6145772f8e543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0c5943d15c48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2078bd1a08445d" /><Relationship Type="http://schemas.openxmlformats.org/officeDocument/2006/relationships/notesMaster" Target="/ppt/notesMasters/notesMaster1.xml" Id="R81dab393185e4d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讲解建议：从左侧导航进入不同管理视图，通过筛选快速定位算法，查看注册状态、部署情况和能力标签，并进入详情页执行生命周期管理或在线调用。</a:t>
            </a:r>
            <a:endParaRPr/>
          </a:p>
          <a:p xmlns:a="http://schemas.openxmlformats.org/drawingml/2006/main">
            <a:r>
              <a:t>截图来源：Chain2Web 项目本地实际运行的 AlgoLib 算法目录页，2026-09-24 截取。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05097edfdc4f1a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7c00465d8a4718" /><Relationship Type="http://schemas.openxmlformats.org/officeDocument/2006/relationships/slideLayout" Target="/ppt/slideLayouts/slideLayout1.xml" Id="Rf3a46dad6b7a42c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a46dad6b7a42c2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7dd6d7815458c" /><Relationship Type="http://schemas.openxmlformats.org/officeDocument/2006/relationships/image" Target="/ppt/media/image.png" Id="R9ab1e50a3c7d4780" /><Relationship Type="http://schemas.openxmlformats.org/officeDocument/2006/relationships/notesSlide" Target="/ppt/notesSlides/notesSlide1.xml" Id="R9b22b81484dc49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0168364-613F-4F6F-96E8-9DC1EE3F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74320"/>
            <a:ext cx="20116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 spc="220">
                <a:solidFill>
                  <a:srgbClr val="1176D4"/>
                </a:solidFill>
                <a:latin typeface="Microsoft YaHei"/>
                <a:ea typeface="Microsoft YaHei"/>
                <a:cs typeface="Microsoft YaHei"/>
              </a:rPr>
              <a:t>CORE / ALGORITHM LIBRARY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47DAA51-1195-4649-90AC-E68F99F2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4864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rPr>
              <a:t>算法库前端：统一查看、管理与调用算法资产</a:t>
            </a:r>
            <a:endParaRPr sz="2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44A2F83-41BB-476B-93FC-B8BFFA8D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51560"/>
            <a:ext cx="6858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B8E6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F657E62-BF40-4EB5-83E1-1E2C81F8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393192"/>
            <a:ext cx="51206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8FA0B2"/>
                </a:solidFill>
                <a:latin typeface="Aptos Mono"/>
                <a:ea typeface="Aptos Mono"/>
                <a:cs typeface="Aptos Mono"/>
              </a:rPr>
              <a:t>05</a:t>
            </a:r>
            <a:endParaRPr sz="11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A52C29D-5283-4F95-93F0-189A2BDB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28816"/>
            <a:ext cx="110002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DDE6EE"/>
            </a:solidFill>
            <a:prstDash val="solid"/>
            <a:tailEnd type="none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A023561-BBA9-42BB-ADF9-34D31962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65392"/>
            <a:ext cx="38404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rPr>
              <a:t>北京邮电大学｜Chain2Web 项目组</a:t>
            </a:r>
            <a:endParaRPr sz="7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1C8E81E-FBF3-4D5E-86D2-4732CC8F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6565392"/>
            <a:ext cx="28346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rPr>
              <a:t>所有图形均应保持可编辑</a:t>
            </a:r>
            <a:endParaRPr sz="7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B1BD587-85AA-4606-A6E1-88EC03B7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923544"/>
            <a:ext cx="1719072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0160">
            <a:solidFill>
              <a:srgbClr val="064A9B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BD2353C-2465-44E6-A17B-9D9EEED6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928116"/>
            <a:ext cx="1719072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64A9B"/>
                </a:solidFill>
                <a:latin typeface="Microsoft YaHei"/>
                <a:ea typeface="Microsoft YaHei"/>
                <a:cs typeface="Microsoft YaHei"/>
              </a:rPr>
              <a:t>主界面＋功能导览</a:t>
            </a:r>
            <a:endParaRPr sz="950"/>
          </a:p>
        </p:txBody>
      </p:sp>
      <p:sp>
        <p:nvSpPr>
          <p:cNvPr id="11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E7D5C90B-A49D-480A-8201-5FD1EFDB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504950"/>
            <a:ext cx="9182100" cy="4591050"/>
          </a:xfrm>
          <a:prstGeom xmlns:a="http://schemas.openxmlformats.org/drawingml/2006/main" prst="roundRect">
            <a:avLst>
              <a:gd name="adj" fmla="val 20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8D8E6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b1e50a3c7d4780"/>
          <a:stretch xmlns:a="http://schemas.openxmlformats.org/drawingml/2006/main"/>
        </p:blipFill>
        <p:spPr>
          <a:xfrm xmlns:a="http://schemas.openxmlformats.org/drawingml/2006/main">
            <a:off x="1572126" y="1571625"/>
            <a:ext cx="9047747" cy="4476750"/>
          </a:xfrm>
          <a:prstGeom xmlns:a="http://schemas.openxmlformats.org/drawingml/2006/main" prst="roundRect">
            <a:avLst>
              <a:gd name="adj" fmla="val 1702"/>
            </a:avLst>
          </a:prstGeom>
        </p:spPr>
      </p:pic>
      <p:sp>
        <p:nvSpPr>
          <p:cNvPr id="13" name="callout-1">
            <a:extLst xmlns:a="http://schemas.openxmlformats.org/drawingml/2006/main">
              <a:ext uri="{FF2B5EF4-FFF2-40B4-BE49-F238E27FC236}">
                <a16:creationId xmlns:a16="http://schemas.microsoft.com/office/drawing/2014/main" id="{77FB576E-33D3-4AA9-BAE1-1D58EF7C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52625"/>
            <a:ext cx="12192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C7ED6"/>
            </a:solidFill>
            <a:prstDash val="solid"/>
          </a:ln>
        </p:spPr>
      </p:sp>
      <p:sp>
        <p:nvSpPr>
          <p:cNvPr id="14" name="callout-badge-1">
            <a:extLst xmlns:a="http://schemas.openxmlformats.org/drawingml/2006/main">
              <a:ext uri="{FF2B5EF4-FFF2-40B4-BE49-F238E27FC236}">
                <a16:creationId xmlns:a16="http://schemas.microsoft.com/office/drawing/2014/main" id="{FBCCA482-C8D1-4B60-91EA-E14C19A9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0574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ED6"/>
          </a:solidFill>
          <a:ln xmlns:a="http://schemas.openxmlformats.org/drawingml/2006/main" w="0">
            <a:solidFill>
              <a:srgbClr val="1C7ED6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callout-title-1">
            <a:extLst xmlns:a="http://schemas.openxmlformats.org/drawingml/2006/main">
              <a:ext uri="{FF2B5EF4-FFF2-40B4-BE49-F238E27FC236}">
                <a16:creationId xmlns:a16="http://schemas.microsoft.com/office/drawing/2014/main" id="{FBA6E576-AE58-4BE6-A734-1C512D70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28825"/>
            <a:ext cx="74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0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10263A"/>
                </a:solidFill>
                <a:latin typeface="Microsoft YaHei"/>
                <a:ea typeface="Microsoft YaHei"/>
                <a:cs typeface="Microsoft YaHei"/>
              </a:rPr>
              <a:t>模块导航</a:t>
            </a:r>
          </a:p>
        </p:txBody>
      </p:sp>
      <p:sp>
        <p:nvSpPr>
          <p:cNvPr id="16" name="callout-body-1">
            <a:extLst xmlns:a="http://schemas.openxmlformats.org/drawingml/2006/main">
              <a:ext uri="{FF2B5EF4-FFF2-40B4-BE49-F238E27FC236}">
                <a16:creationId xmlns:a16="http://schemas.microsoft.com/office/drawing/2014/main" id="{A0555624-B169-4110-AC06-8A01662A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314575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5417"/>
          </a:bodyPr>
          <a:lstStyle xmlns:a="http://schemas.openxmlformats.org/drawingml/2006/main"/>
          <a:p xmlns:a="http://schemas.openxmlformats.org/drawingml/2006/main">
            <a:pPr algn="ctr">
              <a:defRPr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rPr>
              <a:t>六类管理视图</a:t>
            </a:r>
          </a:p>
          <a:p xmlns:a="http://schemas.openxmlformats.org/drawingml/2006/main">
            <a:pPr algn="ctr">
              <a:defRPr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rPr>
              <a:t>随时切换</a:t>
            </a:r>
          </a:p>
        </p:txBody>
      </p:sp>
      <p:sp>
        <p:nvSpPr>
          <p:cNvPr id="17" name="callout-2">
            <a:extLst xmlns:a="http://schemas.openxmlformats.org/drawingml/2006/main">
              <a:ext uri="{FF2B5EF4-FFF2-40B4-BE49-F238E27FC236}">
                <a16:creationId xmlns:a16="http://schemas.microsoft.com/office/drawing/2014/main" id="{C2834FF7-9A16-45BA-AACB-F2BBF752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200150"/>
            <a:ext cx="18097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C7ED6"/>
            </a:solidFill>
            <a:prstDash val="solid"/>
          </a:ln>
        </p:spPr>
      </p:sp>
      <p:sp>
        <p:nvSpPr>
          <p:cNvPr id="18" name="callout-badge-2">
            <a:extLst xmlns:a="http://schemas.openxmlformats.org/drawingml/2006/main">
              <a:ext uri="{FF2B5EF4-FFF2-40B4-BE49-F238E27FC236}">
                <a16:creationId xmlns:a16="http://schemas.microsoft.com/office/drawing/2014/main" id="{62E166F3-36BE-46E1-A870-8729E73B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30492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ED6"/>
          </a:solidFill>
          <a:ln xmlns:a="http://schemas.openxmlformats.org/drawingml/2006/main" w="0">
            <a:solidFill>
              <a:srgbClr val="1C7ED6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callout-title-2">
            <a:extLst xmlns:a="http://schemas.openxmlformats.org/drawingml/2006/main">
              <a:ext uri="{FF2B5EF4-FFF2-40B4-BE49-F238E27FC236}">
                <a16:creationId xmlns:a16="http://schemas.microsoft.com/office/drawing/2014/main" id="{6AC49EB9-530D-4483-966D-6FA6C112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2763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0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10263A"/>
                </a:solidFill>
                <a:latin typeface="Microsoft YaHei"/>
                <a:ea typeface="Microsoft YaHei"/>
                <a:cs typeface="Microsoft YaHei"/>
              </a:rPr>
              <a:t>筛选与注册</a:t>
            </a:r>
          </a:p>
        </p:txBody>
      </p:sp>
      <p:sp>
        <p:nvSpPr>
          <p:cNvPr id="20" name="callout-body-2">
            <a:extLst xmlns:a="http://schemas.openxmlformats.org/drawingml/2006/main">
              <a:ext uri="{FF2B5EF4-FFF2-40B4-BE49-F238E27FC236}">
                <a16:creationId xmlns:a16="http://schemas.microsoft.com/office/drawing/2014/main" id="{8CACA014-4F47-40DF-8C7D-520C2052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621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6844"/>
          </a:bodyPr>
          <a:lstStyle xmlns:a="http://schemas.openxmlformats.org/drawingml/2006/main"/>
          <a:p xmlns:a="http://schemas.openxmlformats.org/drawingml/2006/main">
            <a:pPr algn="ctr">
              <a:defRPr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rPr>
              <a:t>按名称、状态、后端定位算法</a:t>
            </a:r>
          </a:p>
        </p:txBody>
      </p:sp>
      <p:sp>
        <p:nvSpPr>
          <p:cNvPr id="21" name="callout-3">
            <a:extLst xmlns:a="http://schemas.openxmlformats.org/drawingml/2006/main">
              <a:ext uri="{FF2B5EF4-FFF2-40B4-BE49-F238E27FC236}">
                <a16:creationId xmlns:a16="http://schemas.microsoft.com/office/drawing/2014/main" id="{47E7243F-3151-46A2-8C11-9674875A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952625"/>
            <a:ext cx="12192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C7ED6"/>
            </a:solidFill>
            <a:prstDash val="solid"/>
          </a:ln>
        </p:spPr>
      </p:sp>
      <p:sp>
        <p:nvSpPr>
          <p:cNvPr id="22" name="callout-badge-3">
            <a:extLst xmlns:a="http://schemas.openxmlformats.org/drawingml/2006/main">
              <a:ext uri="{FF2B5EF4-FFF2-40B4-BE49-F238E27FC236}">
                <a16:creationId xmlns:a16="http://schemas.microsoft.com/office/drawing/2014/main" id="{8A1F5548-3C26-4133-B3A1-0FBAFD8A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0574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ED6"/>
          </a:solidFill>
          <a:ln xmlns:a="http://schemas.openxmlformats.org/drawingml/2006/main" w="0">
            <a:solidFill>
              <a:srgbClr val="1C7ED6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callout-title-3">
            <a:extLst xmlns:a="http://schemas.openxmlformats.org/drawingml/2006/main">
              <a:ext uri="{FF2B5EF4-FFF2-40B4-BE49-F238E27FC236}">
                <a16:creationId xmlns:a16="http://schemas.microsoft.com/office/drawing/2014/main" id="{48CD0269-9DFF-46C2-9686-4FBD3662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28825"/>
            <a:ext cx="74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0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10263A"/>
                </a:solidFill>
                <a:latin typeface="Microsoft YaHei"/>
                <a:ea typeface="Microsoft YaHei"/>
                <a:cs typeface="Microsoft YaHei"/>
              </a:rPr>
              <a:t>运行状态</a:t>
            </a:r>
          </a:p>
        </p:txBody>
      </p:sp>
      <p:sp>
        <p:nvSpPr>
          <p:cNvPr id="24" name="callout-body-3">
            <a:extLst xmlns:a="http://schemas.openxmlformats.org/drawingml/2006/main">
              <a:ext uri="{FF2B5EF4-FFF2-40B4-BE49-F238E27FC236}">
                <a16:creationId xmlns:a16="http://schemas.microsoft.com/office/drawing/2014/main" id="{C74D989F-49DF-4F1A-ADDD-4969C555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314575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5019"/>
          </a:bodyPr>
          <a:lstStyle xmlns:a="http://schemas.openxmlformats.org/drawingml/2006/main"/>
          <a:p xmlns:a="http://schemas.openxmlformats.org/drawingml/2006/main">
            <a:pPr algn="ctr">
              <a:defRPr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rPr>
              <a:t>服务健康</a:t>
            </a:r>
          </a:p>
          <a:p xmlns:a="http://schemas.openxmlformats.org/drawingml/2006/main">
            <a:pPr algn="ctr">
              <a:defRPr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rPr>
              <a:t>Runner 缓存与 AMOS</a:t>
            </a:r>
          </a:p>
        </p:txBody>
      </p:sp>
      <p:sp>
        <p:nvSpPr>
          <p:cNvPr id="25" name="callout-4">
            <a:extLst xmlns:a="http://schemas.openxmlformats.org/drawingml/2006/main">
              <a:ext uri="{FF2B5EF4-FFF2-40B4-BE49-F238E27FC236}">
                <a16:creationId xmlns:a16="http://schemas.microsoft.com/office/drawing/2014/main" id="{8F1C0E61-C7F7-4F9D-8988-C8B654F2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333875"/>
            <a:ext cx="12192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C7ED6"/>
            </a:solidFill>
            <a:prstDash val="solid"/>
          </a:ln>
        </p:spPr>
      </p:sp>
      <p:sp>
        <p:nvSpPr>
          <p:cNvPr id="26" name="callout-badge-4">
            <a:extLst xmlns:a="http://schemas.openxmlformats.org/drawingml/2006/main">
              <a:ext uri="{FF2B5EF4-FFF2-40B4-BE49-F238E27FC236}">
                <a16:creationId xmlns:a16="http://schemas.microsoft.com/office/drawing/2014/main" id="{3EF98771-9AB8-4467-B416-E153463F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4386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ED6"/>
          </a:solidFill>
          <a:ln xmlns:a="http://schemas.openxmlformats.org/drawingml/2006/main" w="0">
            <a:solidFill>
              <a:srgbClr val="1C7ED6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callout-title-4">
            <a:extLst xmlns:a="http://schemas.openxmlformats.org/drawingml/2006/main">
              <a:ext uri="{FF2B5EF4-FFF2-40B4-BE49-F238E27FC236}">
                <a16:creationId xmlns:a16="http://schemas.microsoft.com/office/drawing/2014/main" id="{22B26AC1-8668-4ECA-B945-D9B8BB5B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410075"/>
            <a:ext cx="74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0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10263A"/>
                </a:solidFill>
                <a:latin typeface="Microsoft YaHei"/>
                <a:ea typeface="Microsoft YaHei"/>
                <a:cs typeface="Microsoft YaHei"/>
              </a:rPr>
              <a:t>资产信息</a:t>
            </a:r>
          </a:p>
        </p:txBody>
      </p:sp>
      <p:sp>
        <p:nvSpPr>
          <p:cNvPr id="28" name="callout-body-4">
            <a:extLst xmlns:a="http://schemas.openxmlformats.org/drawingml/2006/main">
              <a:ext uri="{FF2B5EF4-FFF2-40B4-BE49-F238E27FC236}">
                <a16:creationId xmlns:a16="http://schemas.microsoft.com/office/drawing/2014/main" id="{A30239A3-1C5D-4FD4-A8E6-4AFB1994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95825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5417"/>
          </a:bodyPr>
          <a:lstStyle xmlns:a="http://schemas.openxmlformats.org/drawingml/2006/main"/>
          <a:p xmlns:a="http://schemas.openxmlformats.org/drawingml/2006/main">
            <a:pPr algn="ctr">
              <a:defRPr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rPr>
              <a:t>版本、后端</a:t>
            </a:r>
          </a:p>
          <a:p xmlns:a="http://schemas.openxmlformats.org/drawingml/2006/main">
            <a:pPr algn="ctr">
              <a:defRPr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rPr>
              <a:t>状态、部署和能力</a:t>
            </a:r>
          </a:p>
        </p:txBody>
      </p:sp>
      <p:sp>
        <p:nvSpPr>
          <p:cNvPr id="29" name="marker-1">
            <a:extLst xmlns:a="http://schemas.openxmlformats.org/drawingml/2006/main">
              <a:ext uri="{FF2B5EF4-FFF2-40B4-BE49-F238E27FC236}">
                <a16:creationId xmlns:a16="http://schemas.microsoft.com/office/drawing/2014/main" id="{5E73B222-0A22-4488-89A1-39110D24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8479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D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0" name="marker-2">
            <a:extLst xmlns:a="http://schemas.openxmlformats.org/drawingml/2006/main">
              <a:ext uri="{FF2B5EF4-FFF2-40B4-BE49-F238E27FC236}">
                <a16:creationId xmlns:a16="http://schemas.microsoft.com/office/drawing/2014/main" id="{F6BDDB9F-2ED0-4932-B36E-77FF6639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52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D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1" name="marker-3">
            <a:extLst xmlns:a="http://schemas.openxmlformats.org/drawingml/2006/main">
              <a:ext uri="{FF2B5EF4-FFF2-40B4-BE49-F238E27FC236}">
                <a16:creationId xmlns:a16="http://schemas.microsoft.com/office/drawing/2014/main" id="{816FDCFA-454C-4589-B909-8E481726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6764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D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2" name="marker-4">
            <a:extLst xmlns:a="http://schemas.openxmlformats.org/drawingml/2006/main">
              <a:ext uri="{FF2B5EF4-FFF2-40B4-BE49-F238E27FC236}">
                <a16:creationId xmlns:a16="http://schemas.microsoft.com/office/drawing/2014/main" id="{8C566895-9E1B-44CB-9973-832765BA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9909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D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cxnSp>
        <p:nvCxnSpPr>
          <p:cNvPr id="68" name=""/>
          <p:cNvCxnSpPr>
            <a:stCxn xmlns:a="http://schemas.openxmlformats.org/drawingml/2006/main" id="13" idx="3"/>
            <a:endCxn xmlns:a="http://schemas.openxmlformats.org/drawingml/2006/main" id="29" idx="2"/>
          </p:cNvCxnSpPr>
          <p:nvPr/>
        </p:nvCxnSpPr>
        <p:spPr>
          <a:xfrm xmlns:a="http://schemas.openxmlformats.org/drawingml/2006/main">
            <a:off x="1447800" y="2314575"/>
            <a:ext cx="276225" cy="6572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0B8D9"/>
            </a:solidFill>
            <a:prstDash val="solid"/>
            <a:headEnd type="triangle" w="med" len="med"/>
          </a:ln>
        </p:spPr>
      </p:cxnSp>
      <p:cxnSp>
        <p:nvCxnSpPr>
          <p:cNvPr id="69" name=""/>
          <p:cNvCxnSpPr>
            <a:stCxn xmlns:a="http://schemas.openxmlformats.org/drawingml/2006/main" id="17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 flipH="1">
            <a:off x="4562475" y="1924050"/>
            <a:ext cx="57150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0B8D9"/>
            </a:solidFill>
            <a:prstDash val="solid"/>
            <a:headEnd type="triangle" w="med" len="med"/>
          </a:ln>
        </p:spPr>
      </p:cxnSp>
      <p:cxnSp>
        <p:nvCxnSpPr>
          <p:cNvPr id="70" name=""/>
          <p:cNvCxnSpPr>
            <a:stCxn xmlns:a="http://schemas.openxmlformats.org/drawingml/2006/main" id="21" idx="1"/>
            <a:endCxn xmlns:a="http://schemas.openxmlformats.org/drawingml/2006/main" id="31" idx="6"/>
          </p:cNvCxnSpPr>
          <p:nvPr/>
        </p:nvCxnSpPr>
        <p:spPr>
          <a:xfrm xmlns:a="http://schemas.openxmlformats.org/drawingml/2006/main" flipH="1" flipV="1">
            <a:off x="10391775" y="1800225"/>
            <a:ext cx="3524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0B8D9"/>
            </a:solidFill>
            <a:prstDash val="solid"/>
            <a:headEnd type="triangle" w="med" len="med"/>
          </a:ln>
        </p:spPr>
      </p:cxnSp>
      <p:cxnSp>
        <p:nvCxnSpPr>
          <p:cNvPr id="71" name=""/>
          <p:cNvCxnSpPr>
            <a:stCxn xmlns:a="http://schemas.openxmlformats.org/drawingml/2006/main" id="25" idx="1"/>
            <a:endCxn xmlns:a="http://schemas.openxmlformats.org/drawingml/2006/main" id="32" idx="6"/>
          </p:cNvCxnSpPr>
          <p:nvPr/>
        </p:nvCxnSpPr>
        <p:spPr>
          <a:xfrm xmlns:a="http://schemas.openxmlformats.org/drawingml/2006/main" flipH="1" flipV="1">
            <a:off x="9963150" y="4114800"/>
            <a:ext cx="781050" cy="5810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0B8D9"/>
            </a:solidFill>
            <a:prstDash val="solid"/>
            <a:head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73841112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2026-09-24T10:12:00.0320000Z</dcterms:created>
  <dcterms:modified xsi:type="dcterms:W3CDTF">2026-09-24T10:12:00.0320000Z</dcterms:modified>
</coreProperties>
</file>