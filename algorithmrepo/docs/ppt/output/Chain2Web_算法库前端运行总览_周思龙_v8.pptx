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f3f55eb6b54d54" /><Relationship Type="http://schemas.openxmlformats.org/officeDocument/2006/relationships/extended-properties" Target="/docProps/app.xml" Id="R364c89cc8dbb4358" /><Relationship Type="http://schemas.openxmlformats.org/officeDocument/2006/relationships/officeDocument" Target="/ppt/presentation.xml" Id="R697a3eb6cc7b44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3b652215194b29"/>
  </p:sldMasterIdLst>
  <p:notesMasterIdLst>
    <p:notesMasterId xmlns:r="http://schemas.openxmlformats.org/officeDocument/2006/relationships" r:id="Rcc4a230f4a47434b"/>
  </p:notesMasterIdLst>
  <p:sldIdLst>
    <p:sldId xmlns:r="http://schemas.openxmlformats.org/officeDocument/2006/relationships" id="256" r:id="R5107297260af41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a20701563243d7" /><Relationship Type="http://schemas.openxmlformats.org/officeDocument/2006/relationships/slideMaster" Target="/ppt/slideMasters/slideMaster1.xml" Id="Rf83b652215194b29" /><Relationship Type="http://schemas.openxmlformats.org/officeDocument/2006/relationships/notesMaster" Target="/ppt/notesMasters/notesMaster1.xml" Id="Rcc4a230f4a47434b" /><Relationship Type="http://schemas.openxmlformats.org/officeDocument/2006/relationships/presProps" Target="/ppt/presProps.xml" Id="R3c7e544d98134ccd" /><Relationship Type="http://schemas.openxmlformats.org/officeDocument/2006/relationships/viewProps" Target="/ppt/viewProps.xml" Id="R63125fd89418467e" /><Relationship Type="http://schemas.openxmlformats.org/officeDocument/2006/relationships/tableStyles" Target="/ppt/tableStyles.xml" Id="R59a941194c354167" /><Relationship Type="http://schemas.openxmlformats.org/officeDocument/2006/relationships/slide" Target="/ppt/slides/slide1.xml" Id="R5107297260af41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5b13ad5a4c4b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f9ab1a4b574738" /><Relationship Type="http://schemas.openxmlformats.org/officeDocument/2006/relationships/notesMaster" Target="/ppt/notesMasters/notesMaster1.xml" Id="Raee5a6a8f21647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讲解建议：先介绍运行总览对算法数量、生命周期、部署和服务状态的集中展示，再说明左侧导航可进入算法目录、部署管理、在线调用、功能点矩阵和执行链路。</a:t>
            </a:r>
            <a:endParaRPr/>
          </a:p>
          <a:p xmlns:a="http://schemas.openxmlformats.org/drawingml/2006/main">
            <a:r>
              <a:t>截图来源：项目本地运行的 AlgoLib 运行总览页面，2026-09-24 截取。截图中的数字与服务状态为当时环境快照，演示时以实际页面为准。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09df0e272458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6ce526cf6145dc" /><Relationship Type="http://schemas.openxmlformats.org/officeDocument/2006/relationships/slideLayout" Target="/ppt/slideLayouts/slideLayout1.xml" Id="Rcdcde1dcc4aa4be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cde1dcc4aa4be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63491fc334cc0" /><Relationship Type="http://schemas.openxmlformats.org/officeDocument/2006/relationships/image" Target="/ppt/media/image.png" Id="R9abc87e566a44cd8" /><Relationship Type="http://schemas.openxmlformats.org/officeDocument/2006/relationships/notesSlide" Target="/ppt/notesSlides/notesSlide1.xml" Id="Re90445d458934e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A7B6FE-804A-4D3E-B90D-1158E05E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493718-FC47-4162-A85B-41426C74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算法库前端：运行总览与管理入口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484BE5A-BFE0-4D68-8EB6-EB2A9522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EA2AC72-6B4C-4124-A1B1-0E57AC2F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93192"/>
            <a:ext cx="5120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E9EED89-0781-4E34-A083-B77C04AF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28816"/>
            <a:ext cx="11000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5E0E8F-8E7E-4C5E-9D90-75E1EA2D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6539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F9859CF-3289-4600-83F1-2A95A0BD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565392"/>
            <a:ext cx="2834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说明文字可编辑，界面为真实截图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8F8B2BC-AB39-4F3E-8AF3-CCF34FD7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3544"/>
            <a:ext cx="171907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160">
            <a:solidFill>
              <a:srgbClr val="064A9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01C6F6-2EB5-4FEA-805E-D5E82AA0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8116"/>
            <a:ext cx="171907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运行总览＋管理界面</a:t>
            </a:r>
            <a:endParaRPr sz="950"/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E1826D30-A20B-4806-8CE9-6A248B36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19200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一屏查看算法资产、部署就绪情况和服务健康</a:t>
            </a:r>
          </a:p>
        </p:txBody>
      </p:sp>
      <p:sp>
        <p:nvSpPr>
          <p:cNvPr id="12" name="overview-screenshot-border">
            <a:extLst xmlns:a="http://schemas.openxmlformats.org/drawingml/2006/main">
              <a:ext uri="{FF2B5EF4-FFF2-40B4-BE49-F238E27FC236}">
                <a16:creationId xmlns:a16="http://schemas.microsoft.com/office/drawing/2014/main" id="{49F69F9D-EC1A-4F1D-BFE9-C20B22ED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0991850" cy="2962275"/>
          </a:xfrm>
          <a:prstGeom xmlns:a="http://schemas.openxmlformats.org/drawingml/2006/main" prst="roundRect">
            <a:avLst>
              <a:gd name="adj" fmla="val 2572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8D8E6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c87e566a44cd8"/>
          <a:stretch xmlns:a="http://schemas.openxmlformats.org/drawingml/2006/main"/>
        </p:blipFill>
        <p:spPr>
          <a:xfrm xmlns:a="http://schemas.openxmlformats.org/drawingml/2006/main">
            <a:off x="725581" y="1581150"/>
            <a:ext cx="10721788" cy="2847975"/>
          </a:xfrm>
          <a:prstGeom xmlns:a="http://schemas.openxmlformats.org/drawingml/2006/main" prst="roundRect">
            <a:avLst>
              <a:gd name="adj" fmla="val 2341"/>
            </a:avLst>
          </a:prstGeom>
        </p:spPr>
      </p:pic>
      <p:sp>
        <p:nvSpPr>
          <p:cNvPr id="14" name="accent-1">
            <a:extLst xmlns:a="http://schemas.openxmlformats.org/drawingml/2006/main">
              <a:ext uri="{FF2B5EF4-FFF2-40B4-BE49-F238E27FC236}">
                <a16:creationId xmlns:a16="http://schemas.microsoft.com/office/drawing/2014/main" id="{500089A3-417F-4247-BF41-89C95660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4C6"/>
          </a:solidFill>
          <a:ln xmlns:a="http://schemas.openxmlformats.org/drawingml/2006/main" w="0">
            <a:noFill/>
          </a:ln>
        </p:spPr>
      </p:sp>
      <p:sp>
        <p:nvSpPr>
          <p:cNvPr id="15" name="heading-1">
            <a:extLst xmlns:a="http://schemas.openxmlformats.org/drawingml/2006/main">
              <a:ext uri="{FF2B5EF4-FFF2-40B4-BE49-F238E27FC236}">
                <a16:creationId xmlns:a16="http://schemas.microsoft.com/office/drawing/2014/main" id="{22C732E0-051D-4E18-849F-95254164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A3D"/>
                </a:solidFill>
                <a:latin typeface="Microsoft YaHei"/>
                <a:ea typeface="Microsoft YaHei"/>
                <a:cs typeface="Microsoft YaHei"/>
              </a:rPr>
              <a:t>算法资产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344250B-EDBB-4334-8044-D626DB76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统计总量与生命周期状态</a:t>
            </a:r>
          </a:p>
          <a:p xmlns:a="http://schemas.openxmlformats.org/drawingml/2006/main">
            <a:pPr>
              <a:def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从左侧进入算法目录查看详情</a:t>
            </a:r>
          </a:p>
        </p:txBody>
      </p:sp>
      <p:sp>
        <p:nvSpPr>
          <p:cNvPr id="17" name="divider-1">
            <a:extLst xmlns:a="http://schemas.openxmlformats.org/drawingml/2006/main">
              <a:ext uri="{FF2B5EF4-FFF2-40B4-BE49-F238E27FC236}">
                <a16:creationId xmlns:a16="http://schemas.microsoft.com/office/drawing/2014/main" id="{5ECEDECB-1178-4636-89B9-3F75BD00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8196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2EB"/>
            </a:solidFill>
            <a:prstDash val="solid"/>
          </a:ln>
        </p:spPr>
      </p:sp>
      <p:sp>
        <p:nvSpPr>
          <p:cNvPr id="18" name="accent-2">
            <a:extLst xmlns:a="http://schemas.openxmlformats.org/drawingml/2006/main">
              <a:ext uri="{FF2B5EF4-FFF2-40B4-BE49-F238E27FC236}">
                <a16:creationId xmlns:a16="http://schemas.microsoft.com/office/drawing/2014/main" id="{45177EED-8942-4F59-B41D-11A5C747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2917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4C6"/>
          </a:solidFill>
          <a:ln xmlns:a="http://schemas.openxmlformats.org/drawingml/2006/main" w="0">
            <a:noFill/>
          </a:ln>
        </p:spPr>
      </p:sp>
      <p:sp>
        <p:nvSpPr>
          <p:cNvPr id="19" name="heading-2">
            <a:extLst xmlns:a="http://schemas.openxmlformats.org/drawingml/2006/main">
              <a:ext uri="{FF2B5EF4-FFF2-40B4-BE49-F238E27FC236}">
                <a16:creationId xmlns:a16="http://schemas.microsoft.com/office/drawing/2014/main" id="{DBCB3278-2C60-4D42-9FFF-0FB0AC36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910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A3D"/>
                </a:solidFill>
                <a:latin typeface="Microsoft YaHei"/>
                <a:ea typeface="Microsoft YaHei"/>
                <a:cs typeface="Microsoft YaHei"/>
              </a:rPr>
              <a:t>部署就绪</a:t>
            </a:r>
          </a:p>
        </p:txBody>
      </p:sp>
      <p:sp>
        <p:nvSpPr>
          <p:cNvPr id="20" name="body-2">
            <a:extLst xmlns:a="http://schemas.openxmlformats.org/drawingml/2006/main">
              <a:ext uri="{FF2B5EF4-FFF2-40B4-BE49-F238E27FC236}">
                <a16:creationId xmlns:a16="http://schemas.microsoft.com/office/drawing/2014/main" id="{CA967D57-8F7F-44F8-9DD8-2A76B279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05400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查看部署总数、就绪与异常数量</a:t>
            </a:r>
          </a:p>
          <a:p xmlns:a="http://schemas.openxmlformats.org/drawingml/2006/main">
            <a:pPr>
              <a:def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区分算法激活和实例就绪</a:t>
            </a:r>
          </a:p>
        </p:txBody>
      </p:sp>
      <p:sp>
        <p:nvSpPr>
          <p:cNvPr id="21" name="divider-2">
            <a:extLst xmlns:a="http://schemas.openxmlformats.org/drawingml/2006/main">
              <a:ext uri="{FF2B5EF4-FFF2-40B4-BE49-F238E27FC236}">
                <a16:creationId xmlns:a16="http://schemas.microsoft.com/office/drawing/2014/main" id="{3B12983E-178F-4465-B9AA-C7BD1F20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8196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6E2EB"/>
            </a:solidFill>
            <a:prstDash val="solid"/>
          </a:ln>
        </p:spPr>
      </p:sp>
      <p:sp>
        <p:nvSpPr>
          <p:cNvPr id="22" name="accent-3">
            <a:extLst xmlns:a="http://schemas.openxmlformats.org/drawingml/2006/main">
              <a:ext uri="{FF2B5EF4-FFF2-40B4-BE49-F238E27FC236}">
                <a16:creationId xmlns:a16="http://schemas.microsoft.com/office/drawing/2014/main" id="{A1B81291-3970-4981-8372-2F95458F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2917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0">
            <a:noFill/>
          </a:ln>
        </p:spPr>
      </p:sp>
      <p:sp>
        <p:nvSpPr>
          <p:cNvPr id="23" name="heading-3">
            <a:extLst xmlns:a="http://schemas.openxmlformats.org/drawingml/2006/main">
              <a:ext uri="{FF2B5EF4-FFF2-40B4-BE49-F238E27FC236}">
                <a16:creationId xmlns:a16="http://schemas.microsoft.com/office/drawing/2014/main" id="{AC7C446F-9B04-4501-8D4E-DC7681A5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910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A3D"/>
                </a:solidFill>
                <a:latin typeface="Microsoft YaHei"/>
                <a:ea typeface="Microsoft YaHei"/>
                <a:cs typeface="Microsoft YaHei"/>
              </a:rPr>
              <a:t>服务健康</a:t>
            </a:r>
          </a:p>
        </p:txBody>
      </p:sp>
      <p:sp>
        <p:nvSpPr>
          <p:cNvPr id="24" name="body-3">
            <a:extLst xmlns:a="http://schemas.openxmlformats.org/drawingml/2006/main">
              <a:ext uri="{FF2B5EF4-FFF2-40B4-BE49-F238E27FC236}">
                <a16:creationId xmlns:a16="http://schemas.microsoft.com/office/drawing/2014/main" id="{9ACF5D18-E1FE-4EA9-B80A-A5DFC433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05400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确认服务状态与 Runner 缓存</a:t>
            </a:r>
          </a:p>
          <a:p xmlns:a="http://schemas.openxmlformats.org/drawingml/2006/main">
            <a:pPr>
              <a:def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需要时刷新当前运行信息</a:t>
            </a:r>
          </a:p>
        </p:txBody>
      </p:sp>
      <p:sp>
        <p:nvSpPr>
          <p:cNvPr id="25" name="navigation-note">
            <a:extLst xmlns:a="http://schemas.openxmlformats.org/drawingml/2006/main">
              <a:ext uri="{FF2B5EF4-FFF2-40B4-BE49-F238E27FC236}">
                <a16:creationId xmlns:a16="http://schemas.microsoft.com/office/drawing/2014/main" id="{F72C01BD-CB7C-4F43-9B70-02330622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7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74C6"/>
                </a:solidFill>
                <a:latin typeface="Microsoft YaHei"/>
                <a:ea typeface="Microsoft YaHei"/>
                <a:cs typeface="Microsoft YaHei"/>
              </a:rPr>
              <a:t>左侧导航还提供算法目录、部署管理、在线调用、功能点矩阵和执行链路</a:t>
            </a:r>
          </a:p>
        </p:txBody>
      </p:sp>
    </p:spTree>
    <p:extLst>
      <p:ext uri="{BB962C8B-B14F-4D97-AF65-F5344CB8AC3E}">
        <p14:creationId xmlns:p14="http://schemas.microsoft.com/office/powerpoint/2010/main" val="17199135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2026-09-24T12:10:02.7890000Z</dcterms:created>
  <dcterms:modified xsi:type="dcterms:W3CDTF">2026-09-24T12:10:02.7890000Z</dcterms:modified>
</coreProperties>
</file>