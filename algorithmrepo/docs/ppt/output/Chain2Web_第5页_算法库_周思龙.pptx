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62d6347dac4f96" /><Relationship Type="http://schemas.openxmlformats.org/officeDocument/2006/relationships/extended-properties" Target="/docProps/app.xml" Id="Rc1d0927d603144c8" /><Relationship Type="http://schemas.openxmlformats.org/officeDocument/2006/relationships/officeDocument" Target="/ppt/presentation.xml" Id="Re0cb7b5f251b48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f9c6419ff14a7d"/>
  </p:sldMasterIdLst>
  <p:notesMasterIdLst>
    <p:notesMasterId xmlns:r="http://schemas.openxmlformats.org/officeDocument/2006/relationships" r:id="R4f6e58c06cc34d52"/>
  </p:notesMasterIdLst>
  <p:sldIdLst>
    <p:sldId xmlns:r="http://schemas.openxmlformats.org/officeDocument/2006/relationships" id="256" r:id="R1026acfd38854a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cd1ca02aa34352" /><Relationship Type="http://schemas.openxmlformats.org/officeDocument/2006/relationships/slideMaster" Target="/ppt/slideMasters/slideMaster1.xml" Id="Rdaf9c6419ff14a7d" /><Relationship Type="http://schemas.openxmlformats.org/officeDocument/2006/relationships/notesMaster" Target="/ppt/notesMasters/notesMaster1.xml" Id="R4f6e58c06cc34d52" /><Relationship Type="http://schemas.openxmlformats.org/officeDocument/2006/relationships/presProps" Target="/ppt/presProps.xml" Id="Rb31c885ad0294244" /><Relationship Type="http://schemas.openxmlformats.org/officeDocument/2006/relationships/viewProps" Target="/ppt/viewProps.xml" Id="R6e90d0ca187745d3" /><Relationship Type="http://schemas.openxmlformats.org/officeDocument/2006/relationships/tableStyles" Target="/ppt/tableStyles.xml" Id="Rcb8d4f4e82d94183" /><Relationship Type="http://schemas.openxmlformats.org/officeDocument/2006/relationships/slide" Target="/ppt/slides/slide1.xml" Id="R1026acfd38854a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78f08888d74d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6f7197e1c84129" /><Relationship Type="http://schemas.openxmlformats.org/officeDocument/2006/relationships/notesMaster" Target="/ppt/notesMasters/notesMaster1.xml" Id="R7f22f5f05cda4f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本页内容依据：</a:t>
            </a:r>
            <a:endParaRPr/>
          </a:p>
          <a:p xmlns:a="http://schemas.openxmlformats.org/drawingml/2006/main">
            <a:r>
              <a:t>1. 《智能算法模型库设计报告v1.1》总体逻辑架构、算法生命周期、Runner与模型加载设计。</a:t>
            </a:r>
            <a:endParaRPr/>
          </a:p>
          <a:p xmlns:a="http://schemas.openxmlformats.org/drawingml/2006/main">
            <a:r>
              <a:t>2. 《软件设计说明v1.1》4.1.2 智能算法模型库、5.1.2 C++算法注册与生命周期管理。</a:t>
            </a:r>
            <a:endParaRPr/>
          </a:p>
          <a:p xmlns:a="http://schemas.openxmlformats.org/drawingml/2006/main">
            <a:r>
              <a:t>3. 《应用功能智能化总体方案v1.4》4.2.1 建设目标、6.1.2 智能算法模型库。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讲解要点：算法卡统一描述算法身份、输入输出、后端和资源约束；注册表维护版本与生命周期；统一运行层依据后端选择Runner，完成加载、推理和结果校验。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fc40bc19ac497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ddbec6c62f45c2" /><Relationship Type="http://schemas.openxmlformats.org/officeDocument/2006/relationships/slideLayout" Target="/ppt/slideLayouts/slideLayout1.xml" Id="R29797191d4584cb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797191d4584cb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e0e7078b546c3" /><Relationship Type="http://schemas.openxmlformats.org/officeDocument/2006/relationships/notesSlide" Target="/ppt/notesSlides/notesSlide1.xml" Id="Rf610ae8217eb4a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8141317-A01A-4FFE-86F5-11EDAE0E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74320"/>
            <a:ext cx="2011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 spc="220">
                <a:solidFill>
                  <a:srgbClr val="1176D4"/>
                </a:solidFill>
                <a:latin typeface="Microsoft YaHei"/>
                <a:ea typeface="Microsoft YaHei"/>
                <a:cs typeface="Microsoft YaHei"/>
              </a:rPr>
              <a:t>CORE / ALGORITHM LIBRARY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300D178-9A99-4E8D-A3D9-70270EED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4864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rPr>
              <a:t>可装卸算法库：算法卡驱动注册、加载与统一运行</a:t>
            </a:r>
            <a:endParaRPr sz="2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B459081-A389-443D-88B3-17F92ECA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6858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B8E6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9D912DF-864D-4A7C-88B8-EB5FD866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393192"/>
            <a:ext cx="51206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8FA0B2"/>
                </a:solidFill>
                <a:latin typeface="Aptos Mono"/>
                <a:ea typeface="Aptos Mono"/>
                <a:cs typeface="Aptos Mono"/>
              </a:rPr>
              <a:t>05</a:t>
            </a:r>
            <a:endParaRPr sz="11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205D970-092E-43C5-A54F-D3E892B0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28816"/>
            <a:ext cx="110002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DE6EE"/>
            </a:solidFill>
            <a:prstDash val="solid"/>
            <a:tailEnd type="none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887F9FB-54E8-4A7C-9E7F-85B5C7ED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65392"/>
            <a:ext cx="3840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北京邮电大学｜Chain2Web 项目组</a:t>
            </a:r>
            <a:endParaRPr sz="7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85A1282-6C0C-4ED3-9FB5-90B67833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6565392"/>
            <a:ext cx="28346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所有图形均应保持可编辑</a:t>
            </a:r>
            <a:endParaRPr sz="7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8591302-0854-4047-9064-80DA07C7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923544"/>
            <a:ext cx="1719072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0160">
            <a:solidFill>
              <a:srgbClr val="064A9B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0A7136F-8893-44B5-A5BF-2D0D14B5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928116"/>
            <a:ext cx="1719072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rPr>
              <a:t>分层架构＋算法卡</a:t>
            </a:r>
            <a:endParaRPr sz="9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9494DE8-0977-4DDF-8CD8-E84B4270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4752"/>
            <a:ext cx="6492240" cy="658368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7E1EA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27D41C9-B4AD-4453-8F19-6E3107A7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4752"/>
            <a:ext cx="82296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6D4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2C56905-A669-400B-8C38-EF35C9E8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563624"/>
            <a:ext cx="13533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rPr>
              <a:t>服务接入层</a:t>
            </a:r>
            <a:endParaRPr sz="13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FF44D77-D350-4D3E-8E28-ECB0EF30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563624"/>
            <a:ext cx="43708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63758A"/>
                </a:solidFill>
                <a:latin typeface="Microsoft YaHei"/>
                <a:ea typeface="Microsoft YaHei"/>
                <a:cs typeface="Microsoft YaHei"/>
              </a:rPr>
              <a:t>管理｜部署｜执行｜文件｜健康｜监控与追踪</a:t>
            </a:r>
            <a:endParaRPr sz="11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38D1819-8861-4D2E-B08E-DA943403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4288"/>
            <a:ext cx="6492240" cy="658368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2F7FA"/>
          </a:solidFill>
          <a:ln xmlns:a="http://schemas.openxmlformats.org/drawingml/2006/main" w="10160">
            <a:solidFill>
              <a:srgbClr val="D7E1EA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1F6D0BC-44BC-4A3A-A205-2DF1E52D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4288"/>
            <a:ext cx="82296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B8E6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3D0F311-E962-425C-832D-50318E92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423160"/>
            <a:ext cx="13533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rPr>
              <a:t>统一运行层</a:t>
            </a:r>
            <a:endParaRPr sz="13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F6F5549-CD4D-46F8-89E6-4308568A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423160"/>
            <a:ext cx="43708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63758A"/>
                </a:solidFill>
                <a:latin typeface="Microsoft YaHei"/>
                <a:ea typeface="Microsoft YaHei"/>
                <a:cs typeface="Microsoft YaHei"/>
              </a:rPr>
              <a:t>输入校验｜Runner选择｜加载｜推理｜输出归一化</a:t>
            </a:r>
            <a:endParaRPr sz="11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F46DD6C-E6C9-425C-8F96-7217174E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3824"/>
            <a:ext cx="6492240" cy="658368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7E1EA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31AC9EC-1E06-4E25-8DFB-FC2CB26C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3824"/>
            <a:ext cx="82296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79F5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1511751-4217-4385-B067-9CF48B58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282696"/>
            <a:ext cx="13533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rPr>
              <a:t>算法管理层</a:t>
            </a:r>
            <a:endParaRPr sz="13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8C78280-87A8-41B4-9AEA-BEEABAC2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282696"/>
            <a:ext cx="43708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63758A"/>
                </a:solidFill>
                <a:latin typeface="Microsoft YaHei"/>
                <a:ea typeface="Microsoft YaHei"/>
                <a:cs typeface="Microsoft YaHei"/>
              </a:rPr>
              <a:t>注册｜校验｜激活｜版本状态｜功能映射</a:t>
            </a:r>
            <a:endParaRPr sz="11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4F50181-DD68-4338-BE28-1BE79FFC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3360"/>
            <a:ext cx="6492240" cy="658368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2F7FA"/>
          </a:solidFill>
          <a:ln xmlns:a="http://schemas.openxmlformats.org/drawingml/2006/main" w="10160">
            <a:solidFill>
              <a:srgbClr val="D7E1EA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E3559F69-A27C-4D30-8932-2E3DDD75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3360"/>
            <a:ext cx="82296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7B8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8374DD3-267C-49B5-B0A8-91DA61B1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142232"/>
            <a:ext cx="13533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rPr>
              <a:t>算法资产层</a:t>
            </a:r>
            <a:endParaRPr sz="13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1E9B54F-1BC2-483C-B1A9-BF13B333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142232"/>
            <a:ext cx="43708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63758A"/>
                </a:solidFill>
                <a:latin typeface="Microsoft YaHei"/>
                <a:ea typeface="Microsoft YaHei"/>
                <a:cs typeface="Microsoft YaHei"/>
              </a:rPr>
              <a:t>算法卡｜I/O Schema｜模型文件｜配置｜验证样例</a:t>
            </a:r>
            <a:endParaRPr sz="11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9BF04578-2EE7-4DB2-910D-6C8C0FF9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2896"/>
            <a:ext cx="6492240" cy="658368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7E1EA"/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3BCAABC3-1C58-4CBD-A7A5-2E6ED198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2896"/>
            <a:ext cx="82296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58A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E4EE55D2-1CC1-4E7F-8E5D-31EAE86B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001768"/>
            <a:ext cx="13533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rPr>
              <a:t>节点执行层</a:t>
            </a:r>
            <a:endParaRPr sz="13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C79B607-B20C-47D7-A33F-FFB634B9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001768"/>
            <a:ext cx="43708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63758A"/>
                </a:solidFill>
                <a:latin typeface="Microsoft YaHei"/>
                <a:ea typeface="Microsoft YaHei"/>
                <a:cs typeface="Microsoft YaHei"/>
              </a:rPr>
              <a:t>ONNX / Python HTTP｜CPU / GPU节点</a:t>
            </a:r>
            <a:endParaRPr sz="115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8890278-1EC0-48B4-BC42-1FD0AE5C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1444752"/>
            <a:ext cx="3995928" cy="4096512"/>
          </a:xfrm>
          <a:prstGeom xmlns:a="http://schemas.openxmlformats.org/drawingml/2006/main" prst="roundRect">
            <a:avLst>
              <a:gd name="adj" fmla="val 2288"/>
            </a:avLst>
          </a:prstGeom>
          <a:solidFill xmlns:a="http://schemas.openxmlformats.org/drawingml/2006/main">
            <a:srgbClr val="071725"/>
          </a:solidFill>
          <a:ln xmlns:a="http://schemas.openxmlformats.org/drawingml/2006/main" w="10160">
            <a:solidFill>
              <a:srgbClr val="071725">
                <a:alpha val="0"/>
              </a:srgbClr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31B6F443-A689-4E02-98E6-FFDB93B2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37360"/>
            <a:ext cx="1444752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B8E6"/>
          </a:solidFill>
          <a:ln xmlns:a="http://schemas.openxmlformats.org/drawingml/2006/main" w="10160">
            <a:solidFill>
              <a:srgbClr val="19B8E6">
                <a:alpha val="0"/>
              </a:srgbClr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3066ED8E-79AD-4489-8C3E-EE80C2C1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41932"/>
            <a:ext cx="1444752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71725"/>
                </a:solidFill>
                <a:latin typeface="Microsoft YaHei"/>
                <a:ea typeface="Microsoft YaHei"/>
                <a:cs typeface="Microsoft YaHei"/>
              </a:rPr>
              <a:t>ALGORITHM CARD</a:t>
            </a:r>
            <a:endParaRPr sz="95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122CECD8-8530-4CCA-ACBE-34EE785B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85416"/>
            <a:ext cx="32461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Battlefield RT-DETR</a:t>
            </a:r>
            <a:endParaRPr sz="19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B959CEE-9874-4049-84CE-14B06C51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788920"/>
            <a:ext cx="960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7896A9"/>
                </a:solidFill>
                <a:latin typeface="Microsoft YaHei"/>
                <a:ea typeface="Microsoft YaHei"/>
                <a:cs typeface="Microsoft YaHei"/>
              </a:rPr>
              <a:t>算法标识</a:t>
            </a:r>
            <a:endParaRPr sz="95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9F861716-C6B4-4B00-94FD-EA509B47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2788920"/>
            <a:ext cx="226771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battlefield_rtdetr_detector</a:t>
            </a:r>
            <a:endParaRPr sz="108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B653743D-8BD6-426A-A593-C20139E5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3099816"/>
            <a:ext cx="33467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44356"/>
            </a:solidFill>
            <a:prstDash val="solid"/>
            <a:tailEnd type="none"/>
          </a:ln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24C85955-4243-4AAB-80FB-4790CCF2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3246120"/>
            <a:ext cx="960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7896A9"/>
                </a:solidFill>
                <a:latin typeface="Microsoft YaHei"/>
                <a:ea typeface="Microsoft YaHei"/>
                <a:cs typeface="Microsoft YaHei"/>
              </a:rPr>
              <a:t>输入 / 输出</a:t>
            </a:r>
            <a:endParaRPr sz="95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6687648A-3E4A-4B7F-94FF-A03DAC10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3246120"/>
            <a:ext cx="226771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图像帧 → 目标框、类别、置信度</a:t>
            </a:r>
            <a:endParaRPr sz="108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E66D257E-C225-4646-A648-430F211B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3557016"/>
            <a:ext cx="33467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44356"/>
            </a:solidFill>
            <a:prstDash val="solid"/>
            <a:tailEnd type="none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BE4E8CD5-4680-46FC-8C62-40B9BCD9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3703320"/>
            <a:ext cx="960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7896A9"/>
                </a:solidFill>
                <a:latin typeface="Microsoft YaHei"/>
                <a:ea typeface="Microsoft YaHei"/>
                <a:cs typeface="Microsoft YaHei"/>
              </a:rPr>
              <a:t>运行后端</a:t>
            </a:r>
            <a:endParaRPr sz="95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0B2AA656-FDC4-4A78-B39C-5C8C652E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3703320"/>
            <a:ext cx="226771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Python HTTP / ONNX</a:t>
            </a:r>
            <a:endParaRPr sz="1080"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CDBD6257-26B1-48C8-AF82-B0196C8C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4014216"/>
            <a:ext cx="33467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44356"/>
            </a:solidFill>
            <a:prstDash val="solid"/>
            <a:tailEnd type="none"/>
          </a:ln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98B382D0-2F7E-4C5B-81EB-10F3E4BD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4160520"/>
            <a:ext cx="960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7896A9"/>
                </a:solidFill>
                <a:latin typeface="Microsoft YaHei"/>
                <a:ea typeface="Microsoft YaHei"/>
                <a:cs typeface="Microsoft YaHei"/>
              </a:rPr>
              <a:t>资源要求</a:t>
            </a:r>
            <a:endParaRPr sz="95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3CD1E9EC-C483-481A-A50B-4774C544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4160520"/>
            <a:ext cx="226771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CPU可运行｜GPU 8 GB推荐</a:t>
            </a:r>
            <a:endParaRPr sz="1080"/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9DB66BB1-2B95-4684-B164-06168419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4471416"/>
            <a:ext cx="33467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44356"/>
            </a:solidFill>
            <a:prstDash val="solid"/>
            <a:tailEnd type="none"/>
          </a:ln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6EE1617B-E4A1-4BD1-A559-2A7D55DC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4617720"/>
            <a:ext cx="960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7896A9"/>
                </a:solidFill>
                <a:latin typeface="Microsoft YaHei"/>
                <a:ea typeface="Microsoft YaHei"/>
                <a:cs typeface="Microsoft YaHei"/>
              </a:rPr>
              <a:t>状态</a:t>
            </a:r>
            <a:endParaRPr sz="950"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3BFBE720-DF15-441E-A423-66EF9D1B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4617720"/>
            <a:ext cx="226771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 b="1">
                <a:solidFill>
                  <a:srgbClr val="26C7B8"/>
                </a:solidFill>
                <a:latin typeface="Microsoft YaHei"/>
                <a:ea typeface="Microsoft YaHei"/>
                <a:cs typeface="Microsoft YaHei"/>
              </a:rPr>
              <a:t>validated / active</a:t>
            </a:r>
            <a:endParaRPr sz="1080"/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56D30A49-5F24-4657-B68B-5069A3BA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4928616"/>
            <a:ext cx="33467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44356"/>
            </a:solidFill>
            <a:prstDash val="solid"/>
            <a:tailEnd type="none"/>
          </a:ln>
        </p:spPr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D1D298C0-2F0F-44A2-BECC-B29F7C8B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5733288"/>
            <a:ext cx="37490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rPr>
              <a:t>算法卡定义资产，注册表管理状态，Runner负责加载与执行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27288517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2026-09-22T14:35:15.3440000Z</dcterms:created>
  <dcterms:modified xsi:type="dcterms:W3CDTF">2026-09-22T14:35:15.3440000Z</dcterms:modified>
</coreProperties>
</file>